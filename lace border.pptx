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0" r:id="rId2"/>
    <p:sldId id="262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37"/>
  </p:normalViewPr>
  <p:slideViewPr>
    <p:cSldViewPr snapToGrid="0">
      <p:cViewPr>
        <p:scale>
          <a:sx n="92" d="100"/>
          <a:sy n="92" d="100"/>
        </p:scale>
        <p:origin x="14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3FD90-3BF0-4E47-8C15-112D917999A2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268D1-77EF-C047-880F-E44816C83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25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9D29D-C278-77F8-3BCC-BEB63F52E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E7E24-C4DB-47CD-814C-1F29B7552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11FEA5-081E-EBC9-7447-E4ADF1BA2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D91FD-5FE1-1CC6-8330-868CAC2BD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268D1-77EF-C047-880F-E44816C83A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35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9F7AF-9B77-E208-E146-68F8AE84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EAF58-200B-ABA2-5A03-D3A99B04F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A63AE-D1F6-30D3-86C3-4E628CA1A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E12FE-9CCA-0EB2-DB4C-F461637C6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268D1-77EF-C047-880F-E44816C83A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44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AA14C-38E2-2629-9A86-50390CA10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33677-211E-203F-0A99-C763E15E1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FD2CD-693A-6242-5272-04B1BCFED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E405F-4DEF-4442-EA28-51A0EE5C1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268D1-77EF-C047-880F-E44816C83A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56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2F73C-DAF2-3508-6DA5-E5F04E430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736B9-2EDC-D7D9-3295-8F15183CE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45F71-833D-E962-18BF-2950FDB09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C64F-50B1-F243-B8DE-4CC36E90FE19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1EC92-4F08-9400-9C5F-C824197D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DC9A7-4AB0-89AC-F503-E5E0D92A6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828D-2FE1-A843-A851-974AE69FB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44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8C5B-95AE-7558-C73F-629137775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18C2D-31C3-1518-678F-E630F57F2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D58D4-31E5-F2C2-9FDA-80F91BFC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C64F-50B1-F243-B8DE-4CC36E90FE19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EC79E-3253-D788-747F-5FF412372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35954-E449-C45C-E37F-40BECD2BE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828D-2FE1-A843-A851-974AE69FB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53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7D6A5-E33B-3E19-3461-E542E6BEC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074E1-2C0F-4C5D-74D9-04CD59F4E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E1396-8FD0-F229-DD19-A6491FF1C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C64F-50B1-F243-B8DE-4CC36E90FE19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9163-86D8-DEB4-0B02-87236B5EF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3403A-C5EF-E2B0-FC89-B3A864A3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828D-2FE1-A843-A851-974AE69FB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6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A96F4-948B-BAFE-2D47-B1743FD6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0E138-7497-8AA6-AEE0-F369EF49A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2D6A8-BB62-4D1D-E9D1-A63C58D66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2F870-54E5-AA06-470A-5FAAFE3C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C64F-50B1-F243-B8DE-4CC36E90FE19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A1874-5893-3C44-6438-81C9D22A3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80294-CF82-EA1C-6005-7A8AB61B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828D-2FE1-A843-A851-974AE69FB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8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3B90-2C40-3312-F4D0-CACAE5967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27AD8-87D4-11C8-D07A-D049B3EED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70E6D-18DC-66DD-FE3E-102DC7DFE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F6BDE-1420-6121-E3EA-16E6CE5EA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588F9A-4896-A506-46D1-0E168D22C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AF63BB-C28D-59C7-646D-7C085C323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C64F-50B1-F243-B8DE-4CC36E90FE19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DFB20-E80C-868D-F0AD-2C9CA238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4CB53C-0B70-BC9E-77FB-45BAFAC1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828D-2FE1-A843-A851-974AE69FB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22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9636-F164-B10B-E6BA-67CC08C95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761C4-2EC1-0306-227F-7F58837EC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C64F-50B1-F243-B8DE-4CC36E90FE19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3365F-B28E-4546-D6FC-EAC6AE3AB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2D68D-C58B-3DF5-6D5B-65900E2ED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828D-2FE1-A843-A851-974AE69FB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22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5816E-2E43-5F07-619B-F737552E1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C64F-50B1-F243-B8DE-4CC36E90FE19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52893-7CD8-E1E8-77D7-D346DEAD3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8C879-9551-267F-2094-8D9E802C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828D-2FE1-A843-A851-974AE69FB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26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3DE6D-390D-B50C-6C57-F464750E2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4E97F-F8AA-9056-59AD-F0572FF63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CF053-0B58-7E91-A9E0-AA80244A2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9BA25-F1C7-5316-4980-1E1DFE012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C64F-50B1-F243-B8DE-4CC36E90FE19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AA4A6-727F-CCC4-354B-5A99E6F2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4485D-860D-F336-DC4A-0DCD971CF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828D-2FE1-A843-A851-974AE69FB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20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BECE7-A5EC-3569-0EA0-2EE57136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AF2522-7231-C1FB-1108-8325628F3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09BE8-CE5E-E491-49F4-A16DD4180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F406F-0FB1-2C55-23D1-88D7A0067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C64F-50B1-F243-B8DE-4CC36E90FE19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9050C-9ADC-9E3B-9085-16CE922BA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93CBC-F0CF-6B19-4A55-C5C6CF29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828D-2FE1-A843-A851-974AE69FB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37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8F48B-8047-82E0-28D3-2FD8632DC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F0753D-1398-04C9-955F-3ADBC1BE1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939A9-C439-45D7-85A8-43A8C740A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C64F-50B1-F243-B8DE-4CC36E90FE19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EAEED-A2ED-8440-D5DD-53477E047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A67D7-E6EE-8D50-18BC-137CD717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828D-2FE1-A843-A851-974AE69FB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21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4A2176-335D-4C25-CBEE-16BB8E2AA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A2EB3-48AB-5E5E-62DE-379483CF3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ED030-14B0-09A0-7958-56F52B05C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C64F-50B1-F243-B8DE-4CC36E90FE19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222B4-D94C-C4D4-2D9D-24277417E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17EF8-50F0-83FE-50E4-039B896E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828D-2FE1-A843-A851-974AE69FB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CB3CCF-8DDE-84D6-1D60-2A0F456A8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85559-C1BC-F7A6-2D82-0FFC49D40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0A314-7489-4784-FEDC-3BCA547330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73C64F-50B1-F243-B8DE-4CC36E90FE19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08156-C24E-2B9E-BE31-EFBA81B61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39E39-7994-7699-85C0-02D854974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A828D-2FE1-A843-A851-974AE69FB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66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EF43D-2875-3A24-BF68-8087DB7E2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Freeform 238">
            <a:extLst>
              <a:ext uri="{FF2B5EF4-FFF2-40B4-BE49-F238E27FC236}">
                <a16:creationId xmlns:a16="http://schemas.microsoft.com/office/drawing/2014/main" id="{38A8CAE5-D14B-AB6E-6772-F07A125B99DC}"/>
              </a:ext>
            </a:extLst>
          </p:cNvPr>
          <p:cNvSpPr/>
          <p:nvPr/>
        </p:nvSpPr>
        <p:spPr>
          <a:xfrm rot="2695207" flipH="1">
            <a:off x="4476001" y="534991"/>
            <a:ext cx="3239998" cy="3239999"/>
          </a:xfrm>
          <a:custGeom>
            <a:avLst/>
            <a:gdLst>
              <a:gd name="csX0" fmla="*/ 2868162 w 3239998"/>
              <a:gd name="csY0" fmla="*/ 1273204 h 3239999"/>
              <a:gd name="csX1" fmla="*/ 2870879 w 3239998"/>
              <a:gd name="csY1" fmla="*/ 1276861 h 3239999"/>
              <a:gd name="csX2" fmla="*/ 2871636 w 3239998"/>
              <a:gd name="csY2" fmla="*/ 1277406 h 3239999"/>
              <a:gd name="csX3" fmla="*/ 2884347 w 3239998"/>
              <a:gd name="csY3" fmla="*/ 1294993 h 3239999"/>
              <a:gd name="csX4" fmla="*/ 2893549 w 3239998"/>
              <a:gd name="csY4" fmla="*/ 1307383 h 3239999"/>
              <a:gd name="csX5" fmla="*/ 2897302 w 3239998"/>
              <a:gd name="csY5" fmla="*/ 1321821 h 3239999"/>
              <a:gd name="csX6" fmla="*/ 2902244 w 3239998"/>
              <a:gd name="csY6" fmla="*/ 1338393 h 3239999"/>
              <a:gd name="csX7" fmla="*/ 2884457 w 3239998"/>
              <a:gd name="csY7" fmla="*/ 1394207 h 3239999"/>
              <a:gd name="csX8" fmla="*/ 2828693 w 3239998"/>
              <a:gd name="csY8" fmla="*/ 1412150 h 3239999"/>
              <a:gd name="csX9" fmla="*/ 2812083 w 3239998"/>
              <a:gd name="csY9" fmla="*/ 1407247 h 3239999"/>
              <a:gd name="csX10" fmla="*/ 2797658 w 3239998"/>
              <a:gd name="csY10" fmla="*/ 1403541 h 3239999"/>
              <a:gd name="csX11" fmla="*/ 2785304 w 3239998"/>
              <a:gd name="csY11" fmla="*/ 1394418 h 3239999"/>
              <a:gd name="csX12" fmla="*/ 2767619 w 3239998"/>
              <a:gd name="csY12" fmla="*/ 1381713 h 3239999"/>
              <a:gd name="csX13" fmla="*/ 2767071 w 3239998"/>
              <a:gd name="csY13" fmla="*/ 1380954 h 3239999"/>
              <a:gd name="csX14" fmla="*/ 2763408 w 3239998"/>
              <a:gd name="csY14" fmla="*/ 1378250 h 3239999"/>
              <a:gd name="csX15" fmla="*/ 2676507 w 3239998"/>
              <a:gd name="csY15" fmla="*/ 1186836 h 3239999"/>
              <a:gd name="csX16" fmla="*/ 2868162 w 3239998"/>
              <a:gd name="csY16" fmla="*/ 1273204 h 3239999"/>
              <a:gd name="csX17" fmla="*/ 1948912 w 3239998"/>
              <a:gd name="csY17" fmla="*/ 356483 h 3239999"/>
              <a:gd name="csX18" fmla="*/ 2035814 w 3239998"/>
              <a:gd name="csY18" fmla="*/ 547896 h 3239999"/>
              <a:gd name="csX19" fmla="*/ 1844158 w 3239998"/>
              <a:gd name="csY19" fmla="*/ 461529 h 3239999"/>
              <a:gd name="csX20" fmla="*/ 1841445 w 3239998"/>
              <a:gd name="csY20" fmla="*/ 457876 h 3239999"/>
              <a:gd name="csX21" fmla="*/ 1840683 w 3239998"/>
              <a:gd name="csY21" fmla="*/ 457328 h 3239999"/>
              <a:gd name="csX22" fmla="*/ 1827910 w 3239998"/>
              <a:gd name="csY22" fmla="*/ 439653 h 3239999"/>
              <a:gd name="csX23" fmla="*/ 1818771 w 3239998"/>
              <a:gd name="csY23" fmla="*/ 427350 h 3239999"/>
              <a:gd name="csX24" fmla="*/ 1815027 w 3239998"/>
              <a:gd name="csY24" fmla="*/ 412942 h 3239999"/>
              <a:gd name="csX25" fmla="*/ 1810077 w 3239998"/>
              <a:gd name="csY25" fmla="*/ 396341 h 3239999"/>
              <a:gd name="csX26" fmla="*/ 1827863 w 3239998"/>
              <a:gd name="csY26" fmla="*/ 340528 h 3239999"/>
              <a:gd name="csX27" fmla="*/ 1883626 w 3239998"/>
              <a:gd name="csY27" fmla="*/ 322586 h 3239999"/>
              <a:gd name="csX28" fmla="*/ 1900149 w 3239998"/>
              <a:gd name="csY28" fmla="*/ 327462 h 3239999"/>
              <a:gd name="csX29" fmla="*/ 1914663 w 3239998"/>
              <a:gd name="csY29" fmla="*/ 331191 h 3239999"/>
              <a:gd name="csX30" fmla="*/ 1927234 w 3239998"/>
              <a:gd name="csY30" fmla="*/ 340475 h 3239999"/>
              <a:gd name="csX31" fmla="*/ 1944699 w 3239998"/>
              <a:gd name="csY31" fmla="*/ 353022 h 3239999"/>
              <a:gd name="csX32" fmla="*/ 1945241 w 3239998"/>
              <a:gd name="csY32" fmla="*/ 353772 h 3239999"/>
              <a:gd name="csX33" fmla="*/ 2850702 w 3239998"/>
              <a:gd name="csY33" fmla="*/ 926083 h 3239999"/>
              <a:gd name="csX34" fmla="*/ 2877662 w 3239998"/>
              <a:gd name="csY34" fmla="*/ 978090 h 3239999"/>
              <a:gd name="csX35" fmla="*/ 2850992 w 3239998"/>
              <a:gd name="csY35" fmla="*/ 1030246 h 3239999"/>
              <a:gd name="csX36" fmla="*/ 2835797 w 3239998"/>
              <a:gd name="csY36" fmla="*/ 1038542 h 3239999"/>
              <a:gd name="csX37" fmla="*/ 2822983 w 3239998"/>
              <a:gd name="csY37" fmla="*/ 1046141 h 3239999"/>
              <a:gd name="csX38" fmla="*/ 2807818 w 3239998"/>
              <a:gd name="csY38" fmla="*/ 1048445 h 3239999"/>
              <a:gd name="csX39" fmla="*/ 2786316 w 3239998"/>
              <a:gd name="csY39" fmla="*/ 1051999 h 3239999"/>
              <a:gd name="csX40" fmla="*/ 2785390 w 3239998"/>
              <a:gd name="csY40" fmla="*/ 1051851 h 3239999"/>
              <a:gd name="csX41" fmla="*/ 2780890 w 3239998"/>
              <a:gd name="csY41" fmla="*/ 1052534 h 3239999"/>
              <a:gd name="csX42" fmla="*/ 2583989 w 3239998"/>
              <a:gd name="csY42" fmla="*/ 978908 h 3239999"/>
              <a:gd name="csX43" fmla="*/ 2780476 w 3239998"/>
              <a:gd name="csY43" fmla="*/ 904185 h 3239999"/>
              <a:gd name="csX44" fmla="*/ 2784984 w 3239998"/>
              <a:gd name="csY44" fmla="*/ 904843 h 3239999"/>
              <a:gd name="csX45" fmla="*/ 2785904 w 3239998"/>
              <a:gd name="csY45" fmla="*/ 904691 h 3239999"/>
              <a:gd name="csX46" fmla="*/ 2807307 w 3239998"/>
              <a:gd name="csY46" fmla="*/ 908106 h 3239999"/>
              <a:gd name="csX47" fmla="*/ 2822604 w 3239998"/>
              <a:gd name="csY47" fmla="*/ 910342 h 3239999"/>
              <a:gd name="csX48" fmla="*/ 2835496 w 3239998"/>
              <a:gd name="csY48" fmla="*/ 917890 h 3239999"/>
              <a:gd name="csX49" fmla="*/ 2313585 w 3239998"/>
              <a:gd name="csY49" fmla="*/ 389532 h 3239999"/>
              <a:gd name="csX50" fmla="*/ 2321821 w 3239998"/>
              <a:gd name="csY50" fmla="*/ 404715 h 3239999"/>
              <a:gd name="csX51" fmla="*/ 2329405 w 3239998"/>
              <a:gd name="csY51" fmla="*/ 417585 h 3239999"/>
              <a:gd name="csX52" fmla="*/ 2331684 w 3239998"/>
              <a:gd name="csY52" fmla="*/ 432876 h 3239999"/>
              <a:gd name="csX53" fmla="*/ 2335158 w 3239998"/>
              <a:gd name="csY53" fmla="*/ 454270 h 3239999"/>
              <a:gd name="csX54" fmla="*/ 2335009 w 3239998"/>
              <a:gd name="csY54" fmla="*/ 455190 h 3239999"/>
              <a:gd name="csX55" fmla="*/ 2335680 w 3239998"/>
              <a:gd name="csY55" fmla="*/ 459696 h 3239999"/>
              <a:gd name="csX56" fmla="*/ 2261505 w 3239998"/>
              <a:gd name="csY56" fmla="*/ 656391 h 3239999"/>
              <a:gd name="csX57" fmla="*/ 2187330 w 3239998"/>
              <a:gd name="csY57" fmla="*/ 459696 h 3239999"/>
              <a:gd name="csX58" fmla="*/ 2188000 w 3239998"/>
              <a:gd name="csY58" fmla="*/ 455194 h 3239999"/>
              <a:gd name="csX59" fmla="*/ 2187850 w 3239998"/>
              <a:gd name="csY59" fmla="*/ 454269 h 3239999"/>
              <a:gd name="csX60" fmla="*/ 2191344 w 3239998"/>
              <a:gd name="csY60" fmla="*/ 432757 h 3239999"/>
              <a:gd name="csX61" fmla="*/ 2193605 w 3239998"/>
              <a:gd name="csY61" fmla="*/ 417585 h 3239999"/>
              <a:gd name="csX62" fmla="*/ 2201169 w 3239998"/>
              <a:gd name="csY62" fmla="*/ 404750 h 3239999"/>
              <a:gd name="csX63" fmla="*/ 2209423 w 3239998"/>
              <a:gd name="csY63" fmla="*/ 389532 h 3239999"/>
              <a:gd name="csX64" fmla="*/ 2261504 w 3239998"/>
              <a:gd name="csY64" fmla="*/ 362717 h 3239999"/>
              <a:gd name="csX65" fmla="*/ 2313585 w 3239998"/>
              <a:gd name="csY65" fmla="*/ 389532 h 3239999"/>
              <a:gd name="csX66" fmla="*/ 2659998 w 3239998"/>
              <a:gd name="csY66" fmla="*/ 577097 h 3239999"/>
              <a:gd name="csX67" fmla="*/ 2677942 w 3239998"/>
              <a:gd name="csY67" fmla="*/ 632860 h 3239999"/>
              <a:gd name="csX68" fmla="*/ 2673045 w 3239998"/>
              <a:gd name="csY68" fmla="*/ 649451 h 3239999"/>
              <a:gd name="csX69" fmla="*/ 2669333 w 3239998"/>
              <a:gd name="csY69" fmla="*/ 663894 h 3239999"/>
              <a:gd name="csX70" fmla="*/ 2660185 w 3239998"/>
              <a:gd name="csY70" fmla="*/ 676284 h 3239999"/>
              <a:gd name="csX71" fmla="*/ 2647505 w 3239998"/>
              <a:gd name="csY71" fmla="*/ 693933 h 3239999"/>
              <a:gd name="csX72" fmla="*/ 2646747 w 3239998"/>
              <a:gd name="csY72" fmla="*/ 694480 h 3239999"/>
              <a:gd name="csX73" fmla="*/ 2644042 w 3239998"/>
              <a:gd name="csY73" fmla="*/ 698145 h 3239999"/>
              <a:gd name="csX74" fmla="*/ 2452628 w 3239998"/>
              <a:gd name="csY74" fmla="*/ 785045 h 3239999"/>
              <a:gd name="csX75" fmla="*/ 2538995 w 3239998"/>
              <a:gd name="csY75" fmla="*/ 593390 h 3239999"/>
              <a:gd name="csX76" fmla="*/ 2542652 w 3239998"/>
              <a:gd name="csY76" fmla="*/ 590675 h 3239999"/>
              <a:gd name="csX77" fmla="*/ 2543197 w 3239998"/>
              <a:gd name="csY77" fmla="*/ 589916 h 3239999"/>
              <a:gd name="csX78" fmla="*/ 2560811 w 3239998"/>
              <a:gd name="csY78" fmla="*/ 577187 h 3239999"/>
              <a:gd name="csX79" fmla="*/ 2573175 w 3239998"/>
              <a:gd name="csY79" fmla="*/ 568003 h 3239999"/>
              <a:gd name="csX80" fmla="*/ 2587608 w 3239998"/>
              <a:gd name="csY80" fmla="*/ 564252 h 3239999"/>
              <a:gd name="csX81" fmla="*/ 2604185 w 3239998"/>
              <a:gd name="csY81" fmla="*/ 559308 h 3239999"/>
              <a:gd name="csX82" fmla="*/ 2659998 w 3239998"/>
              <a:gd name="csY82" fmla="*/ 577097 h 3239999"/>
              <a:gd name="csX83" fmla="*/ 2763914 w 3239998"/>
              <a:gd name="csY83" fmla="*/ 472891 h 3239999"/>
              <a:gd name="csX84" fmla="*/ 472890 w 3239998"/>
              <a:gd name="csY84" fmla="*/ 476085 h 3239999"/>
              <a:gd name="csX85" fmla="*/ 476084 w 3239998"/>
              <a:gd name="csY85" fmla="*/ 2767109 h 3239999"/>
              <a:gd name="csX86" fmla="*/ 2767108 w 3239998"/>
              <a:gd name="csY86" fmla="*/ 2763914 h 3239999"/>
              <a:gd name="csX87" fmla="*/ 2763914 w 3239998"/>
              <a:gd name="csY87" fmla="*/ 472891 h 3239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</a:cxnLst>
            <a:rect l="l" t="t" r="r" b="b"/>
            <a:pathLst>
              <a:path w="3239998" h="3239999">
                <a:moveTo>
                  <a:pt x="2868162" y="1273204"/>
                </a:moveTo>
                <a:lnTo>
                  <a:pt x="2870879" y="1276861"/>
                </a:lnTo>
                <a:lnTo>
                  <a:pt x="2871636" y="1277406"/>
                </a:lnTo>
                <a:lnTo>
                  <a:pt x="2884347" y="1294993"/>
                </a:lnTo>
                <a:lnTo>
                  <a:pt x="2893549" y="1307383"/>
                </a:lnTo>
                <a:lnTo>
                  <a:pt x="2897302" y="1321821"/>
                </a:lnTo>
                <a:lnTo>
                  <a:pt x="2902244" y="1338393"/>
                </a:lnTo>
                <a:cubicBezTo>
                  <a:pt x="2904564" y="1359530"/>
                  <a:pt x="2898819" y="1379805"/>
                  <a:pt x="2884457" y="1394207"/>
                </a:cubicBezTo>
                <a:cubicBezTo>
                  <a:pt x="2870095" y="1408609"/>
                  <a:pt x="2849836" y="1414411"/>
                  <a:pt x="2828693" y="1412150"/>
                </a:cubicBezTo>
                <a:lnTo>
                  <a:pt x="2812083" y="1407247"/>
                </a:lnTo>
                <a:lnTo>
                  <a:pt x="2797658" y="1403541"/>
                </a:lnTo>
                <a:lnTo>
                  <a:pt x="2785304" y="1394418"/>
                </a:lnTo>
                <a:lnTo>
                  <a:pt x="2767619" y="1381713"/>
                </a:lnTo>
                <a:lnTo>
                  <a:pt x="2767071" y="1380954"/>
                </a:lnTo>
                <a:lnTo>
                  <a:pt x="2763408" y="1378250"/>
                </a:lnTo>
                <a:cubicBezTo>
                  <a:pt x="2727861" y="1343690"/>
                  <a:pt x="2691041" y="1280967"/>
                  <a:pt x="2676507" y="1186836"/>
                </a:cubicBezTo>
                <a:cubicBezTo>
                  <a:pt x="2770679" y="1201107"/>
                  <a:pt x="2833504" y="1237753"/>
                  <a:pt x="2868162" y="1273204"/>
                </a:cubicBezTo>
                <a:close/>
                <a:moveTo>
                  <a:pt x="1948912" y="356483"/>
                </a:moveTo>
                <a:cubicBezTo>
                  <a:pt x="1984460" y="391042"/>
                  <a:pt x="2021280" y="453765"/>
                  <a:pt x="2035814" y="547896"/>
                </a:cubicBezTo>
                <a:cubicBezTo>
                  <a:pt x="1941642" y="533625"/>
                  <a:pt x="1878817" y="496980"/>
                  <a:pt x="1844158" y="461529"/>
                </a:cubicBezTo>
                <a:lnTo>
                  <a:pt x="1841445" y="457876"/>
                </a:lnTo>
                <a:lnTo>
                  <a:pt x="1840683" y="457328"/>
                </a:lnTo>
                <a:lnTo>
                  <a:pt x="1827910" y="439653"/>
                </a:lnTo>
                <a:lnTo>
                  <a:pt x="1818771" y="427350"/>
                </a:lnTo>
                <a:lnTo>
                  <a:pt x="1815027" y="412942"/>
                </a:lnTo>
                <a:lnTo>
                  <a:pt x="1810077" y="396341"/>
                </a:lnTo>
                <a:cubicBezTo>
                  <a:pt x="1807756" y="375203"/>
                  <a:pt x="1813502" y="354930"/>
                  <a:pt x="1827863" y="340528"/>
                </a:cubicBezTo>
                <a:cubicBezTo>
                  <a:pt x="1842224" y="326127"/>
                  <a:pt x="1862483" y="320323"/>
                  <a:pt x="1883626" y="322586"/>
                </a:cubicBezTo>
                <a:lnTo>
                  <a:pt x="1900149" y="327462"/>
                </a:lnTo>
                <a:lnTo>
                  <a:pt x="1914663" y="331191"/>
                </a:lnTo>
                <a:lnTo>
                  <a:pt x="1927234" y="340475"/>
                </a:lnTo>
                <a:lnTo>
                  <a:pt x="1944699" y="353022"/>
                </a:lnTo>
                <a:lnTo>
                  <a:pt x="1945241" y="353772"/>
                </a:lnTo>
                <a:close/>
                <a:moveTo>
                  <a:pt x="2850702" y="926083"/>
                </a:moveTo>
                <a:cubicBezTo>
                  <a:pt x="2867307" y="939366"/>
                  <a:pt x="2877605" y="957751"/>
                  <a:pt x="2877662" y="978090"/>
                </a:cubicBezTo>
                <a:cubicBezTo>
                  <a:pt x="2877718" y="998428"/>
                  <a:pt x="2867523" y="1016870"/>
                  <a:pt x="2850992" y="1030246"/>
                </a:cubicBezTo>
                <a:lnTo>
                  <a:pt x="2835797" y="1038542"/>
                </a:lnTo>
                <a:lnTo>
                  <a:pt x="2822983" y="1046141"/>
                </a:lnTo>
                <a:lnTo>
                  <a:pt x="2807818" y="1048445"/>
                </a:lnTo>
                <a:lnTo>
                  <a:pt x="2786316" y="1051999"/>
                </a:lnTo>
                <a:lnTo>
                  <a:pt x="2785390" y="1051851"/>
                </a:lnTo>
                <a:lnTo>
                  <a:pt x="2780890" y="1052534"/>
                </a:lnTo>
                <a:cubicBezTo>
                  <a:pt x="2731318" y="1053302"/>
                  <a:pt x="2660905" y="1035084"/>
                  <a:pt x="2583989" y="978908"/>
                </a:cubicBezTo>
                <a:cubicBezTo>
                  <a:pt x="2660590" y="922303"/>
                  <a:pt x="2730901" y="903693"/>
                  <a:pt x="2780476" y="904185"/>
                </a:cubicBezTo>
                <a:lnTo>
                  <a:pt x="2784984" y="904843"/>
                </a:lnTo>
                <a:lnTo>
                  <a:pt x="2785904" y="904691"/>
                </a:lnTo>
                <a:lnTo>
                  <a:pt x="2807307" y="908106"/>
                </a:lnTo>
                <a:lnTo>
                  <a:pt x="2822604" y="910342"/>
                </a:lnTo>
                <a:lnTo>
                  <a:pt x="2835496" y="917890"/>
                </a:lnTo>
                <a:close/>
                <a:moveTo>
                  <a:pt x="2313585" y="389532"/>
                </a:moveTo>
                <a:lnTo>
                  <a:pt x="2321821" y="404715"/>
                </a:lnTo>
                <a:lnTo>
                  <a:pt x="2329405" y="417585"/>
                </a:lnTo>
                <a:lnTo>
                  <a:pt x="2331684" y="432876"/>
                </a:lnTo>
                <a:lnTo>
                  <a:pt x="2335158" y="454270"/>
                </a:lnTo>
                <a:lnTo>
                  <a:pt x="2335009" y="455190"/>
                </a:lnTo>
                <a:lnTo>
                  <a:pt x="2335680" y="459696"/>
                </a:lnTo>
                <a:cubicBezTo>
                  <a:pt x="2336310" y="509269"/>
                  <a:pt x="2317896" y="579632"/>
                  <a:pt x="2261505" y="656391"/>
                </a:cubicBezTo>
                <a:cubicBezTo>
                  <a:pt x="2205114" y="579632"/>
                  <a:pt x="2186700" y="509270"/>
                  <a:pt x="2187330" y="459696"/>
                </a:cubicBezTo>
                <a:lnTo>
                  <a:pt x="2188000" y="455194"/>
                </a:lnTo>
                <a:lnTo>
                  <a:pt x="2187850" y="454269"/>
                </a:lnTo>
                <a:lnTo>
                  <a:pt x="2191344" y="432757"/>
                </a:lnTo>
                <a:lnTo>
                  <a:pt x="2193605" y="417585"/>
                </a:lnTo>
                <a:lnTo>
                  <a:pt x="2201169" y="404750"/>
                </a:lnTo>
                <a:lnTo>
                  <a:pt x="2209423" y="389532"/>
                </a:lnTo>
                <a:cubicBezTo>
                  <a:pt x="2222752" y="372964"/>
                  <a:pt x="2241165" y="362716"/>
                  <a:pt x="2261504" y="362717"/>
                </a:cubicBezTo>
                <a:cubicBezTo>
                  <a:pt x="2281843" y="362717"/>
                  <a:pt x="2300257" y="372964"/>
                  <a:pt x="2313585" y="389532"/>
                </a:cubicBezTo>
                <a:close/>
                <a:moveTo>
                  <a:pt x="2659998" y="577097"/>
                </a:moveTo>
                <a:cubicBezTo>
                  <a:pt x="2674400" y="591458"/>
                  <a:pt x="2680203" y="611716"/>
                  <a:pt x="2677942" y="632860"/>
                </a:cubicBezTo>
                <a:lnTo>
                  <a:pt x="2673045" y="649451"/>
                </a:lnTo>
                <a:lnTo>
                  <a:pt x="2669333" y="663894"/>
                </a:lnTo>
                <a:lnTo>
                  <a:pt x="2660185" y="676284"/>
                </a:lnTo>
                <a:lnTo>
                  <a:pt x="2647505" y="693933"/>
                </a:lnTo>
                <a:lnTo>
                  <a:pt x="2646747" y="694480"/>
                </a:lnTo>
                <a:lnTo>
                  <a:pt x="2644042" y="698145"/>
                </a:lnTo>
                <a:cubicBezTo>
                  <a:pt x="2609483" y="733691"/>
                  <a:pt x="2546760" y="770512"/>
                  <a:pt x="2452628" y="785045"/>
                </a:cubicBezTo>
                <a:cubicBezTo>
                  <a:pt x="2466899" y="690873"/>
                  <a:pt x="2503545" y="628048"/>
                  <a:pt x="2538995" y="593390"/>
                </a:cubicBezTo>
                <a:lnTo>
                  <a:pt x="2542652" y="590675"/>
                </a:lnTo>
                <a:lnTo>
                  <a:pt x="2543197" y="589916"/>
                </a:lnTo>
                <a:lnTo>
                  <a:pt x="2560811" y="577187"/>
                </a:lnTo>
                <a:lnTo>
                  <a:pt x="2573175" y="568003"/>
                </a:lnTo>
                <a:lnTo>
                  <a:pt x="2587608" y="564252"/>
                </a:lnTo>
                <a:lnTo>
                  <a:pt x="2604185" y="559308"/>
                </a:lnTo>
                <a:cubicBezTo>
                  <a:pt x="2625322" y="556988"/>
                  <a:pt x="2645596" y="562735"/>
                  <a:pt x="2659998" y="577097"/>
                </a:cubicBezTo>
                <a:close/>
                <a:moveTo>
                  <a:pt x="2763914" y="472891"/>
                </a:moveTo>
                <a:cubicBezTo>
                  <a:pt x="2130383" y="-158876"/>
                  <a:pt x="1104657" y="-157446"/>
                  <a:pt x="472890" y="476085"/>
                </a:cubicBezTo>
                <a:cubicBezTo>
                  <a:pt x="-158876" y="1109616"/>
                  <a:pt x="-157446" y="2135342"/>
                  <a:pt x="476084" y="2767109"/>
                </a:cubicBezTo>
                <a:cubicBezTo>
                  <a:pt x="1109615" y="3398875"/>
                  <a:pt x="2135342" y="3397445"/>
                  <a:pt x="2767108" y="2763914"/>
                </a:cubicBezTo>
                <a:cubicBezTo>
                  <a:pt x="3398875" y="2130384"/>
                  <a:pt x="3397444" y="1104657"/>
                  <a:pt x="2763914" y="47289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9" name="Freeform 278">
            <a:extLst>
              <a:ext uri="{FF2B5EF4-FFF2-40B4-BE49-F238E27FC236}">
                <a16:creationId xmlns:a16="http://schemas.microsoft.com/office/drawing/2014/main" id="{409056FB-3825-BE3F-7027-F8A646057DE9}"/>
              </a:ext>
            </a:extLst>
          </p:cNvPr>
          <p:cNvSpPr/>
          <p:nvPr/>
        </p:nvSpPr>
        <p:spPr>
          <a:xfrm rot="18904793" flipH="1" flipV="1">
            <a:off x="4476001" y="3084894"/>
            <a:ext cx="3239998" cy="3239999"/>
          </a:xfrm>
          <a:custGeom>
            <a:avLst/>
            <a:gdLst>
              <a:gd name="csX0" fmla="*/ 2452629 w 3239998"/>
              <a:gd name="csY0" fmla="*/ 785045 h 3239999"/>
              <a:gd name="csX1" fmla="*/ 2644042 w 3239998"/>
              <a:gd name="csY1" fmla="*/ 698144 h 3239999"/>
              <a:gd name="csX2" fmla="*/ 2646747 w 3239998"/>
              <a:gd name="csY2" fmla="*/ 694481 h 3239999"/>
              <a:gd name="csX3" fmla="*/ 2647505 w 3239998"/>
              <a:gd name="csY3" fmla="*/ 693933 h 3239999"/>
              <a:gd name="csX4" fmla="*/ 2660184 w 3239998"/>
              <a:gd name="csY4" fmla="*/ 676284 h 3239999"/>
              <a:gd name="csX5" fmla="*/ 2669333 w 3239998"/>
              <a:gd name="csY5" fmla="*/ 663894 h 3239999"/>
              <a:gd name="csX6" fmla="*/ 2673045 w 3239998"/>
              <a:gd name="csY6" fmla="*/ 649451 h 3239999"/>
              <a:gd name="csX7" fmla="*/ 2677941 w 3239998"/>
              <a:gd name="csY7" fmla="*/ 632860 h 3239999"/>
              <a:gd name="csX8" fmla="*/ 2659998 w 3239998"/>
              <a:gd name="csY8" fmla="*/ 577096 h 3239999"/>
              <a:gd name="csX9" fmla="*/ 2604184 w 3239998"/>
              <a:gd name="csY9" fmla="*/ 559308 h 3239999"/>
              <a:gd name="csX10" fmla="*/ 2587608 w 3239998"/>
              <a:gd name="csY10" fmla="*/ 564252 h 3239999"/>
              <a:gd name="csX11" fmla="*/ 2573175 w 3239998"/>
              <a:gd name="csY11" fmla="*/ 568003 h 3239999"/>
              <a:gd name="csX12" fmla="*/ 2560810 w 3239998"/>
              <a:gd name="csY12" fmla="*/ 577187 h 3239999"/>
              <a:gd name="csX13" fmla="*/ 2543197 w 3239998"/>
              <a:gd name="csY13" fmla="*/ 589916 h 3239999"/>
              <a:gd name="csX14" fmla="*/ 2542652 w 3239998"/>
              <a:gd name="csY14" fmla="*/ 590675 h 3239999"/>
              <a:gd name="csX15" fmla="*/ 2538995 w 3239998"/>
              <a:gd name="csY15" fmla="*/ 593390 h 3239999"/>
              <a:gd name="csX16" fmla="*/ 2452629 w 3239998"/>
              <a:gd name="csY16" fmla="*/ 785045 h 3239999"/>
              <a:gd name="csX17" fmla="*/ 2261504 w 3239998"/>
              <a:gd name="csY17" fmla="*/ 656394 h 3239999"/>
              <a:gd name="csX18" fmla="*/ 2335679 w 3239998"/>
              <a:gd name="csY18" fmla="*/ 459699 h 3239999"/>
              <a:gd name="csX19" fmla="*/ 2335008 w 3239998"/>
              <a:gd name="csY19" fmla="*/ 455195 h 3239999"/>
              <a:gd name="csX20" fmla="*/ 2335158 w 3239998"/>
              <a:gd name="csY20" fmla="*/ 454272 h 3239999"/>
              <a:gd name="csX21" fmla="*/ 2331672 w 3239998"/>
              <a:gd name="csY21" fmla="*/ 432810 h 3239999"/>
              <a:gd name="csX22" fmla="*/ 2329404 w 3239998"/>
              <a:gd name="csY22" fmla="*/ 417588 h 3239999"/>
              <a:gd name="csX23" fmla="*/ 2321836 w 3239998"/>
              <a:gd name="csY23" fmla="*/ 404746 h 3239999"/>
              <a:gd name="csX24" fmla="*/ 2313585 w 3239998"/>
              <a:gd name="csY24" fmla="*/ 389534 h 3239999"/>
              <a:gd name="csX25" fmla="*/ 2261504 w 3239998"/>
              <a:gd name="csY25" fmla="*/ 362719 h 3239999"/>
              <a:gd name="csX26" fmla="*/ 2209423 w 3239998"/>
              <a:gd name="csY26" fmla="*/ 389534 h 3239999"/>
              <a:gd name="csX27" fmla="*/ 2201172 w 3239998"/>
              <a:gd name="csY27" fmla="*/ 404746 h 3239999"/>
              <a:gd name="csX28" fmla="*/ 2193604 w 3239998"/>
              <a:gd name="csY28" fmla="*/ 417588 h 3239999"/>
              <a:gd name="csX29" fmla="*/ 2191336 w 3239998"/>
              <a:gd name="csY29" fmla="*/ 432806 h 3239999"/>
              <a:gd name="csX30" fmla="*/ 2187850 w 3239998"/>
              <a:gd name="csY30" fmla="*/ 454272 h 3239999"/>
              <a:gd name="csX31" fmla="*/ 2188000 w 3239998"/>
              <a:gd name="csY31" fmla="*/ 455195 h 3239999"/>
              <a:gd name="csX32" fmla="*/ 2187329 w 3239998"/>
              <a:gd name="csY32" fmla="*/ 459699 h 3239999"/>
              <a:gd name="csX33" fmla="*/ 2261504 w 3239998"/>
              <a:gd name="csY33" fmla="*/ 656394 h 3239999"/>
              <a:gd name="csX34" fmla="*/ 2583987 w 3239998"/>
              <a:gd name="csY34" fmla="*/ 978909 h 3239999"/>
              <a:gd name="csX35" fmla="*/ 2780888 w 3239998"/>
              <a:gd name="csY35" fmla="*/ 1052535 h 3239999"/>
              <a:gd name="csX36" fmla="*/ 2785391 w 3239998"/>
              <a:gd name="csY36" fmla="*/ 1051851 h 3239999"/>
              <a:gd name="csX37" fmla="*/ 2786314 w 3239998"/>
              <a:gd name="csY37" fmla="*/ 1051999 h 3239999"/>
              <a:gd name="csX38" fmla="*/ 2807769 w 3239998"/>
              <a:gd name="csY38" fmla="*/ 1048453 h 3239999"/>
              <a:gd name="csX39" fmla="*/ 2822982 w 3239998"/>
              <a:gd name="csY39" fmla="*/ 1046143 h 3239999"/>
              <a:gd name="csX40" fmla="*/ 2835803 w 3239998"/>
              <a:gd name="csY40" fmla="*/ 1038539 h 3239999"/>
              <a:gd name="csX41" fmla="*/ 2850992 w 3239998"/>
              <a:gd name="csY41" fmla="*/ 1030245 h 3239999"/>
              <a:gd name="csX42" fmla="*/ 2877661 w 3239998"/>
              <a:gd name="csY42" fmla="*/ 978090 h 3239999"/>
              <a:gd name="csX43" fmla="*/ 2850701 w 3239998"/>
              <a:gd name="csY43" fmla="*/ 926083 h 3239999"/>
              <a:gd name="csX44" fmla="*/ 2835466 w 3239998"/>
              <a:gd name="csY44" fmla="*/ 917875 h 3239999"/>
              <a:gd name="csX45" fmla="*/ 2822603 w 3239998"/>
              <a:gd name="csY45" fmla="*/ 910343 h 3239999"/>
              <a:gd name="csX46" fmla="*/ 2807375 w 3239998"/>
              <a:gd name="csY46" fmla="*/ 908118 h 3239999"/>
              <a:gd name="csX47" fmla="*/ 2785903 w 3239998"/>
              <a:gd name="csY47" fmla="*/ 904691 h 3239999"/>
              <a:gd name="csX48" fmla="*/ 2784981 w 3239998"/>
              <a:gd name="csY48" fmla="*/ 904844 h 3239999"/>
              <a:gd name="csX49" fmla="*/ 2780475 w 3239998"/>
              <a:gd name="csY49" fmla="*/ 904186 h 3239999"/>
              <a:gd name="csX50" fmla="*/ 2583987 w 3239998"/>
              <a:gd name="csY50" fmla="*/ 978909 h 3239999"/>
              <a:gd name="csX51" fmla="*/ 1844158 w 3239998"/>
              <a:gd name="csY51" fmla="*/ 461530 h 3239999"/>
              <a:gd name="csX52" fmla="*/ 2035814 w 3239998"/>
              <a:gd name="csY52" fmla="*/ 547897 h 3239999"/>
              <a:gd name="csX53" fmla="*/ 1948913 w 3239998"/>
              <a:gd name="csY53" fmla="*/ 356483 h 3239999"/>
              <a:gd name="csX54" fmla="*/ 1945241 w 3239998"/>
              <a:gd name="csY54" fmla="*/ 353772 h 3239999"/>
              <a:gd name="csX55" fmla="*/ 1944699 w 3239998"/>
              <a:gd name="csY55" fmla="*/ 353023 h 3239999"/>
              <a:gd name="csX56" fmla="*/ 1927234 w 3239998"/>
              <a:gd name="csY56" fmla="*/ 340476 h 3239999"/>
              <a:gd name="csX57" fmla="*/ 1914663 w 3239998"/>
              <a:gd name="csY57" fmla="*/ 331192 h 3239999"/>
              <a:gd name="csX58" fmla="*/ 1900149 w 3239998"/>
              <a:gd name="csY58" fmla="*/ 327463 h 3239999"/>
              <a:gd name="csX59" fmla="*/ 1883626 w 3239998"/>
              <a:gd name="csY59" fmla="*/ 322586 h 3239999"/>
              <a:gd name="csX60" fmla="*/ 1827863 w 3239998"/>
              <a:gd name="csY60" fmla="*/ 340528 h 3239999"/>
              <a:gd name="csX61" fmla="*/ 1810076 w 3239998"/>
              <a:gd name="csY61" fmla="*/ 396342 h 3239999"/>
              <a:gd name="csX62" fmla="*/ 1815027 w 3239998"/>
              <a:gd name="csY62" fmla="*/ 412943 h 3239999"/>
              <a:gd name="csX63" fmla="*/ 1818772 w 3239998"/>
              <a:gd name="csY63" fmla="*/ 427351 h 3239999"/>
              <a:gd name="csX64" fmla="*/ 1827910 w 3239998"/>
              <a:gd name="csY64" fmla="*/ 439654 h 3239999"/>
              <a:gd name="csX65" fmla="*/ 1840684 w 3239998"/>
              <a:gd name="csY65" fmla="*/ 457329 h 3239999"/>
              <a:gd name="csX66" fmla="*/ 1841445 w 3239998"/>
              <a:gd name="csY66" fmla="*/ 457877 h 3239999"/>
              <a:gd name="csX67" fmla="*/ 2763408 w 3239998"/>
              <a:gd name="csY67" fmla="*/ 1378250 h 3239999"/>
              <a:gd name="csX68" fmla="*/ 2767073 w 3239998"/>
              <a:gd name="csY68" fmla="*/ 1380956 h 3239999"/>
              <a:gd name="csX69" fmla="*/ 2767620 w 3239998"/>
              <a:gd name="csY69" fmla="*/ 1381712 h 3239999"/>
              <a:gd name="csX70" fmla="*/ 2785243 w 3239998"/>
              <a:gd name="csY70" fmla="*/ 1394373 h 3239999"/>
              <a:gd name="csX71" fmla="*/ 2797658 w 3239998"/>
              <a:gd name="csY71" fmla="*/ 1403541 h 3239999"/>
              <a:gd name="csX72" fmla="*/ 2812107 w 3239998"/>
              <a:gd name="csY72" fmla="*/ 1407254 h 3239999"/>
              <a:gd name="csX73" fmla="*/ 2828693 w 3239998"/>
              <a:gd name="csY73" fmla="*/ 1412149 h 3239999"/>
              <a:gd name="csX74" fmla="*/ 2884457 w 3239998"/>
              <a:gd name="csY74" fmla="*/ 1394206 h 3239999"/>
              <a:gd name="csX75" fmla="*/ 2902244 w 3239998"/>
              <a:gd name="csY75" fmla="*/ 1338393 h 3239999"/>
              <a:gd name="csX76" fmla="*/ 2897295 w 3239998"/>
              <a:gd name="csY76" fmla="*/ 1321797 h 3239999"/>
              <a:gd name="csX77" fmla="*/ 2893549 w 3239998"/>
              <a:gd name="csY77" fmla="*/ 1307383 h 3239999"/>
              <a:gd name="csX78" fmla="*/ 2884392 w 3239998"/>
              <a:gd name="csY78" fmla="*/ 1295053 h 3239999"/>
              <a:gd name="csX79" fmla="*/ 2871637 w 3239998"/>
              <a:gd name="csY79" fmla="*/ 1277404 h 3239999"/>
              <a:gd name="csX80" fmla="*/ 2870877 w 3239998"/>
              <a:gd name="csY80" fmla="*/ 1276858 h 3239999"/>
              <a:gd name="csX81" fmla="*/ 2868162 w 3239998"/>
              <a:gd name="csY81" fmla="*/ 1273203 h 3239999"/>
              <a:gd name="csX82" fmla="*/ 2676507 w 3239998"/>
              <a:gd name="csY82" fmla="*/ 1186836 h 3239999"/>
              <a:gd name="csX83" fmla="*/ 2763408 w 3239998"/>
              <a:gd name="csY83" fmla="*/ 1378250 h 3239999"/>
              <a:gd name="csX84" fmla="*/ 476084 w 3239998"/>
              <a:gd name="csY84" fmla="*/ 2767109 h 3239999"/>
              <a:gd name="csX85" fmla="*/ 472890 w 3239998"/>
              <a:gd name="csY85" fmla="*/ 476085 h 3239999"/>
              <a:gd name="csX86" fmla="*/ 2763914 w 3239998"/>
              <a:gd name="csY86" fmla="*/ 472891 h 3239999"/>
              <a:gd name="csX87" fmla="*/ 2767108 w 3239998"/>
              <a:gd name="csY87" fmla="*/ 2763915 h 3239999"/>
              <a:gd name="csX88" fmla="*/ 476084 w 3239998"/>
              <a:gd name="csY88" fmla="*/ 2767109 h 3239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3239998" h="3239999">
                <a:moveTo>
                  <a:pt x="2452629" y="785045"/>
                </a:moveTo>
                <a:cubicBezTo>
                  <a:pt x="2546760" y="770512"/>
                  <a:pt x="2609482" y="733691"/>
                  <a:pt x="2644042" y="698144"/>
                </a:cubicBezTo>
                <a:lnTo>
                  <a:pt x="2646747" y="694481"/>
                </a:lnTo>
                <a:lnTo>
                  <a:pt x="2647505" y="693933"/>
                </a:lnTo>
                <a:lnTo>
                  <a:pt x="2660184" y="676284"/>
                </a:lnTo>
                <a:lnTo>
                  <a:pt x="2669333" y="663894"/>
                </a:lnTo>
                <a:lnTo>
                  <a:pt x="2673045" y="649451"/>
                </a:lnTo>
                <a:lnTo>
                  <a:pt x="2677941" y="632860"/>
                </a:lnTo>
                <a:cubicBezTo>
                  <a:pt x="2680203" y="611716"/>
                  <a:pt x="2674400" y="591458"/>
                  <a:pt x="2659998" y="577096"/>
                </a:cubicBezTo>
                <a:cubicBezTo>
                  <a:pt x="2645597" y="562735"/>
                  <a:pt x="2625322" y="556988"/>
                  <a:pt x="2604184" y="559308"/>
                </a:cubicBezTo>
                <a:lnTo>
                  <a:pt x="2587608" y="564252"/>
                </a:lnTo>
                <a:lnTo>
                  <a:pt x="2573175" y="568003"/>
                </a:lnTo>
                <a:lnTo>
                  <a:pt x="2560810" y="577187"/>
                </a:lnTo>
                <a:lnTo>
                  <a:pt x="2543197" y="589916"/>
                </a:lnTo>
                <a:lnTo>
                  <a:pt x="2542652" y="590675"/>
                </a:lnTo>
                <a:lnTo>
                  <a:pt x="2538995" y="593390"/>
                </a:lnTo>
                <a:cubicBezTo>
                  <a:pt x="2503545" y="628049"/>
                  <a:pt x="2466899" y="690873"/>
                  <a:pt x="2452629" y="785045"/>
                </a:cubicBezTo>
                <a:close/>
                <a:moveTo>
                  <a:pt x="2261504" y="656394"/>
                </a:moveTo>
                <a:cubicBezTo>
                  <a:pt x="2317895" y="579635"/>
                  <a:pt x="2336309" y="509272"/>
                  <a:pt x="2335679" y="459699"/>
                </a:cubicBezTo>
                <a:lnTo>
                  <a:pt x="2335008" y="455195"/>
                </a:lnTo>
                <a:lnTo>
                  <a:pt x="2335158" y="454272"/>
                </a:lnTo>
                <a:lnTo>
                  <a:pt x="2331672" y="432810"/>
                </a:lnTo>
                <a:lnTo>
                  <a:pt x="2329404" y="417588"/>
                </a:lnTo>
                <a:lnTo>
                  <a:pt x="2321836" y="404746"/>
                </a:lnTo>
                <a:lnTo>
                  <a:pt x="2313585" y="389534"/>
                </a:lnTo>
                <a:cubicBezTo>
                  <a:pt x="2300257" y="372966"/>
                  <a:pt x="2281843" y="362719"/>
                  <a:pt x="2261504" y="362719"/>
                </a:cubicBezTo>
                <a:cubicBezTo>
                  <a:pt x="2241165" y="362718"/>
                  <a:pt x="2222751" y="372966"/>
                  <a:pt x="2209423" y="389534"/>
                </a:cubicBezTo>
                <a:lnTo>
                  <a:pt x="2201172" y="404746"/>
                </a:lnTo>
                <a:lnTo>
                  <a:pt x="2193604" y="417588"/>
                </a:lnTo>
                <a:lnTo>
                  <a:pt x="2191336" y="432806"/>
                </a:lnTo>
                <a:lnTo>
                  <a:pt x="2187850" y="454272"/>
                </a:lnTo>
                <a:lnTo>
                  <a:pt x="2188000" y="455195"/>
                </a:lnTo>
                <a:lnTo>
                  <a:pt x="2187329" y="459699"/>
                </a:lnTo>
                <a:cubicBezTo>
                  <a:pt x="2186699" y="509272"/>
                  <a:pt x="2205113" y="579635"/>
                  <a:pt x="2261504" y="656394"/>
                </a:cubicBezTo>
                <a:close/>
                <a:moveTo>
                  <a:pt x="2583987" y="978909"/>
                </a:moveTo>
                <a:cubicBezTo>
                  <a:pt x="2660903" y="1035085"/>
                  <a:pt x="2731317" y="1053303"/>
                  <a:pt x="2780888" y="1052535"/>
                </a:cubicBezTo>
                <a:lnTo>
                  <a:pt x="2785391" y="1051851"/>
                </a:lnTo>
                <a:lnTo>
                  <a:pt x="2786314" y="1051999"/>
                </a:lnTo>
                <a:lnTo>
                  <a:pt x="2807769" y="1048453"/>
                </a:lnTo>
                <a:lnTo>
                  <a:pt x="2822982" y="1046143"/>
                </a:lnTo>
                <a:lnTo>
                  <a:pt x="2835803" y="1038539"/>
                </a:lnTo>
                <a:lnTo>
                  <a:pt x="2850992" y="1030245"/>
                </a:lnTo>
                <a:cubicBezTo>
                  <a:pt x="2867523" y="1016870"/>
                  <a:pt x="2877718" y="998429"/>
                  <a:pt x="2877661" y="978090"/>
                </a:cubicBezTo>
                <a:cubicBezTo>
                  <a:pt x="2877604" y="957751"/>
                  <a:pt x="2867305" y="939366"/>
                  <a:pt x="2850701" y="926083"/>
                </a:cubicBezTo>
                <a:lnTo>
                  <a:pt x="2835466" y="917875"/>
                </a:lnTo>
                <a:lnTo>
                  <a:pt x="2822603" y="910343"/>
                </a:lnTo>
                <a:lnTo>
                  <a:pt x="2807375" y="908118"/>
                </a:lnTo>
                <a:lnTo>
                  <a:pt x="2785903" y="904691"/>
                </a:lnTo>
                <a:lnTo>
                  <a:pt x="2784981" y="904844"/>
                </a:lnTo>
                <a:lnTo>
                  <a:pt x="2780475" y="904186"/>
                </a:lnTo>
                <a:cubicBezTo>
                  <a:pt x="2730899" y="903694"/>
                  <a:pt x="2660589" y="922304"/>
                  <a:pt x="2583987" y="978909"/>
                </a:cubicBezTo>
                <a:close/>
                <a:moveTo>
                  <a:pt x="1844158" y="461530"/>
                </a:moveTo>
                <a:cubicBezTo>
                  <a:pt x="1878817" y="496981"/>
                  <a:pt x="1941642" y="533627"/>
                  <a:pt x="2035814" y="547897"/>
                </a:cubicBezTo>
                <a:cubicBezTo>
                  <a:pt x="2021280" y="453766"/>
                  <a:pt x="1984460" y="391043"/>
                  <a:pt x="1948913" y="356483"/>
                </a:cubicBezTo>
                <a:lnTo>
                  <a:pt x="1945241" y="353772"/>
                </a:lnTo>
                <a:lnTo>
                  <a:pt x="1944699" y="353023"/>
                </a:lnTo>
                <a:lnTo>
                  <a:pt x="1927234" y="340476"/>
                </a:lnTo>
                <a:lnTo>
                  <a:pt x="1914663" y="331192"/>
                </a:lnTo>
                <a:lnTo>
                  <a:pt x="1900149" y="327463"/>
                </a:lnTo>
                <a:lnTo>
                  <a:pt x="1883626" y="322586"/>
                </a:lnTo>
                <a:cubicBezTo>
                  <a:pt x="1862483" y="320324"/>
                  <a:pt x="1842225" y="326127"/>
                  <a:pt x="1827863" y="340528"/>
                </a:cubicBezTo>
                <a:cubicBezTo>
                  <a:pt x="1813502" y="354930"/>
                  <a:pt x="1807756" y="375204"/>
                  <a:pt x="1810076" y="396342"/>
                </a:cubicBezTo>
                <a:lnTo>
                  <a:pt x="1815027" y="412943"/>
                </a:lnTo>
                <a:lnTo>
                  <a:pt x="1818772" y="427351"/>
                </a:lnTo>
                <a:lnTo>
                  <a:pt x="1827910" y="439654"/>
                </a:lnTo>
                <a:lnTo>
                  <a:pt x="1840684" y="457329"/>
                </a:lnTo>
                <a:lnTo>
                  <a:pt x="1841445" y="457877"/>
                </a:lnTo>
                <a:close/>
                <a:moveTo>
                  <a:pt x="2763408" y="1378250"/>
                </a:moveTo>
                <a:lnTo>
                  <a:pt x="2767073" y="1380956"/>
                </a:lnTo>
                <a:lnTo>
                  <a:pt x="2767620" y="1381712"/>
                </a:lnTo>
                <a:lnTo>
                  <a:pt x="2785243" y="1394373"/>
                </a:lnTo>
                <a:lnTo>
                  <a:pt x="2797658" y="1403541"/>
                </a:lnTo>
                <a:lnTo>
                  <a:pt x="2812107" y="1407254"/>
                </a:lnTo>
                <a:lnTo>
                  <a:pt x="2828693" y="1412149"/>
                </a:lnTo>
                <a:cubicBezTo>
                  <a:pt x="2849836" y="1414410"/>
                  <a:pt x="2870095" y="1408608"/>
                  <a:pt x="2884457" y="1394206"/>
                </a:cubicBezTo>
                <a:cubicBezTo>
                  <a:pt x="2898819" y="1379804"/>
                  <a:pt x="2904564" y="1359530"/>
                  <a:pt x="2902244" y="1338393"/>
                </a:cubicBezTo>
                <a:lnTo>
                  <a:pt x="2897295" y="1321797"/>
                </a:lnTo>
                <a:lnTo>
                  <a:pt x="2893549" y="1307383"/>
                </a:lnTo>
                <a:lnTo>
                  <a:pt x="2884392" y="1295053"/>
                </a:lnTo>
                <a:lnTo>
                  <a:pt x="2871637" y="1277404"/>
                </a:lnTo>
                <a:lnTo>
                  <a:pt x="2870877" y="1276858"/>
                </a:lnTo>
                <a:lnTo>
                  <a:pt x="2868162" y="1273203"/>
                </a:lnTo>
                <a:cubicBezTo>
                  <a:pt x="2833503" y="1237753"/>
                  <a:pt x="2770679" y="1201107"/>
                  <a:pt x="2676507" y="1186836"/>
                </a:cubicBezTo>
                <a:cubicBezTo>
                  <a:pt x="2691040" y="1280967"/>
                  <a:pt x="2727861" y="1343690"/>
                  <a:pt x="2763408" y="1378250"/>
                </a:cubicBezTo>
                <a:close/>
                <a:moveTo>
                  <a:pt x="476084" y="2767109"/>
                </a:moveTo>
                <a:cubicBezTo>
                  <a:pt x="-157446" y="2135342"/>
                  <a:pt x="-158876" y="1109616"/>
                  <a:pt x="472890" y="476085"/>
                </a:cubicBezTo>
                <a:cubicBezTo>
                  <a:pt x="1104657" y="-157446"/>
                  <a:pt x="2130383" y="-158876"/>
                  <a:pt x="2763914" y="472891"/>
                </a:cubicBezTo>
                <a:cubicBezTo>
                  <a:pt x="3397444" y="1104657"/>
                  <a:pt x="3398875" y="2130384"/>
                  <a:pt x="2767108" y="2763915"/>
                </a:cubicBezTo>
                <a:cubicBezTo>
                  <a:pt x="2135342" y="3397445"/>
                  <a:pt x="1109615" y="3398875"/>
                  <a:pt x="476084" y="276710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3" name="Freeform 252">
            <a:extLst>
              <a:ext uri="{FF2B5EF4-FFF2-40B4-BE49-F238E27FC236}">
                <a16:creationId xmlns:a16="http://schemas.microsoft.com/office/drawing/2014/main" id="{CBD50DA3-3B1E-F7E2-C3E5-8B07E2AE5419}"/>
              </a:ext>
            </a:extLst>
          </p:cNvPr>
          <p:cNvSpPr/>
          <p:nvPr/>
        </p:nvSpPr>
        <p:spPr>
          <a:xfrm rot="18895207" flipH="1">
            <a:off x="3210687" y="1814318"/>
            <a:ext cx="3239998" cy="3239998"/>
          </a:xfrm>
          <a:custGeom>
            <a:avLst/>
            <a:gdLst>
              <a:gd name="csX0" fmla="*/ 2538598 w 3239998"/>
              <a:gd name="csY0" fmla="*/ 1332017 h 3239998"/>
              <a:gd name="csX1" fmla="*/ 2730253 w 3239998"/>
              <a:gd name="csY1" fmla="*/ 1418383 h 3239998"/>
              <a:gd name="csX2" fmla="*/ 2732968 w 3239998"/>
              <a:gd name="csY2" fmla="*/ 1422040 h 3239998"/>
              <a:gd name="csX3" fmla="*/ 2733727 w 3239998"/>
              <a:gd name="csY3" fmla="*/ 1422585 h 3239998"/>
              <a:gd name="csX4" fmla="*/ 2746456 w 3239998"/>
              <a:gd name="csY4" fmla="*/ 1440198 h 3239998"/>
              <a:gd name="csX5" fmla="*/ 2755640 w 3239998"/>
              <a:gd name="csY5" fmla="*/ 1452563 h 3239998"/>
              <a:gd name="csX6" fmla="*/ 2759391 w 3239998"/>
              <a:gd name="csY6" fmla="*/ 1466996 h 3239998"/>
              <a:gd name="csX7" fmla="*/ 2764334 w 3239998"/>
              <a:gd name="csY7" fmla="*/ 1483574 h 3239998"/>
              <a:gd name="csX8" fmla="*/ 2746546 w 3239998"/>
              <a:gd name="csY8" fmla="*/ 1539386 h 3239998"/>
              <a:gd name="csX9" fmla="*/ 2690784 w 3239998"/>
              <a:gd name="csY9" fmla="*/ 1557330 h 3239998"/>
              <a:gd name="csX10" fmla="*/ 2674192 w 3239998"/>
              <a:gd name="csY10" fmla="*/ 1552433 h 3239998"/>
              <a:gd name="csX11" fmla="*/ 2659749 w 3239998"/>
              <a:gd name="csY11" fmla="*/ 1548722 h 3239998"/>
              <a:gd name="csX12" fmla="*/ 2647359 w 3239998"/>
              <a:gd name="csY12" fmla="*/ 1539573 h 3239998"/>
              <a:gd name="csX13" fmla="*/ 2629710 w 3239998"/>
              <a:gd name="csY13" fmla="*/ 1526893 h 3239998"/>
              <a:gd name="csX14" fmla="*/ 2629162 w 3239998"/>
              <a:gd name="csY14" fmla="*/ 1526135 h 3239998"/>
              <a:gd name="csX15" fmla="*/ 2625499 w 3239998"/>
              <a:gd name="csY15" fmla="*/ 1523430 h 3239998"/>
              <a:gd name="csX16" fmla="*/ 2538598 w 3239998"/>
              <a:gd name="csY16" fmla="*/ 1332017 h 3239998"/>
              <a:gd name="csX17" fmla="*/ 2446077 w 3239998"/>
              <a:gd name="csY17" fmla="*/ 1124089 h 3239998"/>
              <a:gd name="csX18" fmla="*/ 2642564 w 3239998"/>
              <a:gd name="csY18" fmla="*/ 1049365 h 3239998"/>
              <a:gd name="csX19" fmla="*/ 2647069 w 3239998"/>
              <a:gd name="csY19" fmla="*/ 1050023 h 3239998"/>
              <a:gd name="csX20" fmla="*/ 2647992 w 3239998"/>
              <a:gd name="csY20" fmla="*/ 1049871 h 3239998"/>
              <a:gd name="csX21" fmla="*/ 2669501 w 3239998"/>
              <a:gd name="csY21" fmla="*/ 1053303 h 3239998"/>
              <a:gd name="csX22" fmla="*/ 2684692 w 3239998"/>
              <a:gd name="csY22" fmla="*/ 1055524 h 3239998"/>
              <a:gd name="csX23" fmla="*/ 2697546 w 3239998"/>
              <a:gd name="csY23" fmla="*/ 1063050 h 3239998"/>
              <a:gd name="csX24" fmla="*/ 2712790 w 3239998"/>
              <a:gd name="csY24" fmla="*/ 1071263 h 3239998"/>
              <a:gd name="csX25" fmla="*/ 2739750 w 3239998"/>
              <a:gd name="csY25" fmla="*/ 1123269 h 3239998"/>
              <a:gd name="csX26" fmla="*/ 2713081 w 3239998"/>
              <a:gd name="csY26" fmla="*/ 1175425 h 3239998"/>
              <a:gd name="csX27" fmla="*/ 2697914 w 3239998"/>
              <a:gd name="csY27" fmla="*/ 1183706 h 3239998"/>
              <a:gd name="csX28" fmla="*/ 2685071 w 3239998"/>
              <a:gd name="csY28" fmla="*/ 1191323 h 3239998"/>
              <a:gd name="csX29" fmla="*/ 2669783 w 3239998"/>
              <a:gd name="csY29" fmla="*/ 1193645 h 3239998"/>
              <a:gd name="csX30" fmla="*/ 2648403 w 3239998"/>
              <a:gd name="csY30" fmla="*/ 1197178 h 3239998"/>
              <a:gd name="csX31" fmla="*/ 2647483 w 3239998"/>
              <a:gd name="csY31" fmla="*/ 1197031 h 3239998"/>
              <a:gd name="csX32" fmla="*/ 2642978 w 3239998"/>
              <a:gd name="csY32" fmla="*/ 1197716 h 3239998"/>
              <a:gd name="csX33" fmla="*/ 2446077 w 3239998"/>
              <a:gd name="csY33" fmla="*/ 1124089 h 3239998"/>
              <a:gd name="csX34" fmla="*/ 2401085 w 3239998"/>
              <a:gd name="csY34" fmla="*/ 738569 h 3239998"/>
              <a:gd name="csX35" fmla="*/ 2404743 w 3239998"/>
              <a:gd name="csY35" fmla="*/ 735853 h 3239998"/>
              <a:gd name="csX36" fmla="*/ 2405287 w 3239998"/>
              <a:gd name="csY36" fmla="*/ 735095 h 3239998"/>
              <a:gd name="csX37" fmla="*/ 2422874 w 3239998"/>
              <a:gd name="csY37" fmla="*/ 722385 h 3239998"/>
              <a:gd name="csX38" fmla="*/ 2435264 w 3239998"/>
              <a:gd name="csY38" fmla="*/ 713182 h 3239998"/>
              <a:gd name="csX39" fmla="*/ 2449703 w 3239998"/>
              <a:gd name="csY39" fmla="*/ 709429 h 3239998"/>
              <a:gd name="csX40" fmla="*/ 2466275 w 3239998"/>
              <a:gd name="csY40" fmla="*/ 704487 h 3239998"/>
              <a:gd name="csX41" fmla="*/ 2522089 w 3239998"/>
              <a:gd name="csY41" fmla="*/ 722275 h 3239998"/>
              <a:gd name="csX42" fmla="*/ 2540032 w 3239998"/>
              <a:gd name="csY42" fmla="*/ 778039 h 3239998"/>
              <a:gd name="csX43" fmla="*/ 2535130 w 3239998"/>
              <a:gd name="csY43" fmla="*/ 794647 h 3239998"/>
              <a:gd name="csX44" fmla="*/ 2531423 w 3239998"/>
              <a:gd name="csY44" fmla="*/ 809073 h 3239998"/>
              <a:gd name="csX45" fmla="*/ 2522300 w 3239998"/>
              <a:gd name="csY45" fmla="*/ 821427 h 3239998"/>
              <a:gd name="csX46" fmla="*/ 2509595 w 3239998"/>
              <a:gd name="csY46" fmla="*/ 839113 h 3239998"/>
              <a:gd name="csX47" fmla="*/ 2508836 w 3239998"/>
              <a:gd name="csY47" fmla="*/ 839660 h 3239998"/>
              <a:gd name="csX48" fmla="*/ 2506132 w 3239998"/>
              <a:gd name="csY48" fmla="*/ 843323 h 3239998"/>
              <a:gd name="csX49" fmla="*/ 2314718 w 3239998"/>
              <a:gd name="csY49" fmla="*/ 930224 h 3239998"/>
              <a:gd name="csX50" fmla="*/ 2401085 w 3239998"/>
              <a:gd name="csY50" fmla="*/ 738569 h 3239998"/>
              <a:gd name="csX51" fmla="*/ 2071514 w 3239998"/>
              <a:gd name="csY51" fmla="*/ 534714 h 3239998"/>
              <a:gd name="csX52" fmla="*/ 2123595 w 3239998"/>
              <a:gd name="csY52" fmla="*/ 507899 h 3239998"/>
              <a:gd name="csX53" fmla="*/ 2175676 w 3239998"/>
              <a:gd name="csY53" fmla="*/ 534714 h 3239998"/>
              <a:gd name="csX54" fmla="*/ 2183932 w 3239998"/>
              <a:gd name="csY54" fmla="*/ 549935 h 3239998"/>
              <a:gd name="csX55" fmla="*/ 2191494 w 3239998"/>
              <a:gd name="csY55" fmla="*/ 562768 h 3239998"/>
              <a:gd name="csX56" fmla="*/ 2193757 w 3239998"/>
              <a:gd name="csY56" fmla="*/ 577954 h 3239998"/>
              <a:gd name="csX57" fmla="*/ 2197249 w 3239998"/>
              <a:gd name="csY57" fmla="*/ 599452 h 3239998"/>
              <a:gd name="csX58" fmla="*/ 2197099 w 3239998"/>
              <a:gd name="csY58" fmla="*/ 600376 h 3239998"/>
              <a:gd name="csX59" fmla="*/ 2197770 w 3239998"/>
              <a:gd name="csY59" fmla="*/ 604879 h 3239998"/>
              <a:gd name="csX60" fmla="*/ 2123594 w 3239998"/>
              <a:gd name="csY60" fmla="*/ 801574 h 3239998"/>
              <a:gd name="csX61" fmla="*/ 2049419 w 3239998"/>
              <a:gd name="csY61" fmla="*/ 604879 h 3239998"/>
              <a:gd name="csX62" fmla="*/ 2050091 w 3239998"/>
              <a:gd name="csY62" fmla="*/ 600372 h 3239998"/>
              <a:gd name="csX63" fmla="*/ 2049941 w 3239998"/>
              <a:gd name="csY63" fmla="*/ 599452 h 3239998"/>
              <a:gd name="csX64" fmla="*/ 2053415 w 3239998"/>
              <a:gd name="csY64" fmla="*/ 578062 h 3239998"/>
              <a:gd name="csX65" fmla="*/ 2055695 w 3239998"/>
              <a:gd name="csY65" fmla="*/ 562768 h 3239998"/>
              <a:gd name="csX66" fmla="*/ 2063275 w 3239998"/>
              <a:gd name="csY66" fmla="*/ 549904 h 3239998"/>
              <a:gd name="csX67" fmla="*/ 1689953 w 3239998"/>
              <a:gd name="csY67" fmla="*/ 485708 h 3239998"/>
              <a:gd name="csX68" fmla="*/ 1745716 w 3239998"/>
              <a:gd name="csY68" fmla="*/ 467766 h 3239998"/>
              <a:gd name="csX69" fmla="*/ 1762238 w 3239998"/>
              <a:gd name="csY69" fmla="*/ 472642 h 3239998"/>
              <a:gd name="csX70" fmla="*/ 1776752 w 3239998"/>
              <a:gd name="csY70" fmla="*/ 476371 h 3239998"/>
              <a:gd name="csX71" fmla="*/ 1789323 w 3239998"/>
              <a:gd name="csY71" fmla="*/ 485655 h 3239998"/>
              <a:gd name="csX72" fmla="*/ 1806789 w 3239998"/>
              <a:gd name="csY72" fmla="*/ 498202 h 3239998"/>
              <a:gd name="csX73" fmla="*/ 1807331 w 3239998"/>
              <a:gd name="csY73" fmla="*/ 498952 h 3239998"/>
              <a:gd name="csX74" fmla="*/ 1811002 w 3239998"/>
              <a:gd name="csY74" fmla="*/ 501663 h 3239998"/>
              <a:gd name="csX75" fmla="*/ 1897903 w 3239998"/>
              <a:gd name="csY75" fmla="*/ 693077 h 3239998"/>
              <a:gd name="csX76" fmla="*/ 1706248 w 3239998"/>
              <a:gd name="csY76" fmla="*/ 606710 h 3239998"/>
              <a:gd name="csX77" fmla="*/ 1703535 w 3239998"/>
              <a:gd name="csY77" fmla="*/ 603056 h 3239998"/>
              <a:gd name="csX78" fmla="*/ 1702773 w 3239998"/>
              <a:gd name="csY78" fmla="*/ 602509 h 3239998"/>
              <a:gd name="csX79" fmla="*/ 1689999 w 3239998"/>
              <a:gd name="csY79" fmla="*/ 584833 h 3239998"/>
              <a:gd name="csX80" fmla="*/ 1680861 w 3239998"/>
              <a:gd name="csY80" fmla="*/ 572530 h 3239998"/>
              <a:gd name="csX81" fmla="*/ 1677117 w 3239998"/>
              <a:gd name="csY81" fmla="*/ 558123 h 3239998"/>
              <a:gd name="csX82" fmla="*/ 1672166 w 3239998"/>
              <a:gd name="csY82" fmla="*/ 541521 h 3239998"/>
              <a:gd name="csX83" fmla="*/ 1689953 w 3239998"/>
              <a:gd name="csY83" fmla="*/ 485708 h 3239998"/>
              <a:gd name="csX84" fmla="*/ 472890 w 3239998"/>
              <a:gd name="csY84" fmla="*/ 476084 h 3239998"/>
              <a:gd name="csX85" fmla="*/ 476084 w 3239998"/>
              <a:gd name="csY85" fmla="*/ 2767108 h 3239998"/>
              <a:gd name="csX86" fmla="*/ 2767108 w 3239998"/>
              <a:gd name="csY86" fmla="*/ 2763914 h 3239998"/>
              <a:gd name="csX87" fmla="*/ 2763914 w 3239998"/>
              <a:gd name="csY87" fmla="*/ 472890 h 3239998"/>
              <a:gd name="csX88" fmla="*/ 472890 w 3239998"/>
              <a:gd name="csY88" fmla="*/ 476084 h 32399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3239998" h="3239998">
                <a:moveTo>
                  <a:pt x="2538598" y="1332017"/>
                </a:moveTo>
                <a:cubicBezTo>
                  <a:pt x="2632769" y="1346288"/>
                  <a:pt x="2695595" y="1382934"/>
                  <a:pt x="2730253" y="1418383"/>
                </a:cubicBezTo>
                <a:lnTo>
                  <a:pt x="2732968" y="1422040"/>
                </a:lnTo>
                <a:lnTo>
                  <a:pt x="2733727" y="1422585"/>
                </a:lnTo>
                <a:lnTo>
                  <a:pt x="2746456" y="1440198"/>
                </a:lnTo>
                <a:lnTo>
                  <a:pt x="2755640" y="1452563"/>
                </a:lnTo>
                <a:lnTo>
                  <a:pt x="2759391" y="1466996"/>
                </a:lnTo>
                <a:lnTo>
                  <a:pt x="2764334" y="1483574"/>
                </a:lnTo>
                <a:cubicBezTo>
                  <a:pt x="2766654" y="1504709"/>
                  <a:pt x="2760908" y="1524985"/>
                  <a:pt x="2746546" y="1539386"/>
                </a:cubicBezTo>
                <a:cubicBezTo>
                  <a:pt x="2732185" y="1553788"/>
                  <a:pt x="2711926" y="1559590"/>
                  <a:pt x="2690784" y="1557330"/>
                </a:cubicBezTo>
                <a:lnTo>
                  <a:pt x="2674192" y="1552433"/>
                </a:lnTo>
                <a:lnTo>
                  <a:pt x="2659749" y="1548722"/>
                </a:lnTo>
                <a:lnTo>
                  <a:pt x="2647359" y="1539573"/>
                </a:lnTo>
                <a:lnTo>
                  <a:pt x="2629710" y="1526893"/>
                </a:lnTo>
                <a:lnTo>
                  <a:pt x="2629162" y="1526135"/>
                </a:lnTo>
                <a:lnTo>
                  <a:pt x="2625499" y="1523430"/>
                </a:lnTo>
                <a:cubicBezTo>
                  <a:pt x="2589952" y="1488871"/>
                  <a:pt x="2553131" y="1426148"/>
                  <a:pt x="2538598" y="1332017"/>
                </a:cubicBezTo>
                <a:close/>
                <a:moveTo>
                  <a:pt x="2446077" y="1124089"/>
                </a:moveTo>
                <a:cubicBezTo>
                  <a:pt x="2522678" y="1067483"/>
                  <a:pt x="2592988" y="1048874"/>
                  <a:pt x="2642564" y="1049365"/>
                </a:cubicBezTo>
                <a:lnTo>
                  <a:pt x="2647069" y="1050023"/>
                </a:lnTo>
                <a:lnTo>
                  <a:pt x="2647992" y="1049871"/>
                </a:lnTo>
                <a:lnTo>
                  <a:pt x="2669501" y="1053303"/>
                </a:lnTo>
                <a:lnTo>
                  <a:pt x="2684692" y="1055524"/>
                </a:lnTo>
                <a:lnTo>
                  <a:pt x="2697546" y="1063050"/>
                </a:lnTo>
                <a:lnTo>
                  <a:pt x="2712790" y="1071263"/>
                </a:lnTo>
                <a:cubicBezTo>
                  <a:pt x="2729395" y="1084546"/>
                  <a:pt x="2739694" y="1102931"/>
                  <a:pt x="2739750" y="1123269"/>
                </a:cubicBezTo>
                <a:cubicBezTo>
                  <a:pt x="2739807" y="1143608"/>
                  <a:pt x="2729612" y="1162050"/>
                  <a:pt x="2713081" y="1175425"/>
                </a:cubicBezTo>
                <a:lnTo>
                  <a:pt x="2697914" y="1183706"/>
                </a:lnTo>
                <a:lnTo>
                  <a:pt x="2685071" y="1191323"/>
                </a:lnTo>
                <a:lnTo>
                  <a:pt x="2669783" y="1193645"/>
                </a:lnTo>
                <a:lnTo>
                  <a:pt x="2648403" y="1197178"/>
                </a:lnTo>
                <a:lnTo>
                  <a:pt x="2647483" y="1197031"/>
                </a:lnTo>
                <a:lnTo>
                  <a:pt x="2642978" y="1197716"/>
                </a:lnTo>
                <a:cubicBezTo>
                  <a:pt x="2593407" y="1198483"/>
                  <a:pt x="2522992" y="1180266"/>
                  <a:pt x="2446077" y="1124089"/>
                </a:cubicBezTo>
                <a:close/>
                <a:moveTo>
                  <a:pt x="2401085" y="738569"/>
                </a:moveTo>
                <a:lnTo>
                  <a:pt x="2404743" y="735853"/>
                </a:lnTo>
                <a:lnTo>
                  <a:pt x="2405287" y="735095"/>
                </a:lnTo>
                <a:lnTo>
                  <a:pt x="2422874" y="722385"/>
                </a:lnTo>
                <a:lnTo>
                  <a:pt x="2435264" y="713182"/>
                </a:lnTo>
                <a:lnTo>
                  <a:pt x="2449703" y="709429"/>
                </a:lnTo>
                <a:lnTo>
                  <a:pt x="2466275" y="704487"/>
                </a:lnTo>
                <a:cubicBezTo>
                  <a:pt x="2487412" y="702168"/>
                  <a:pt x="2507687" y="707913"/>
                  <a:pt x="2522089" y="722275"/>
                </a:cubicBezTo>
                <a:cubicBezTo>
                  <a:pt x="2536490" y="736636"/>
                  <a:pt x="2542293" y="756895"/>
                  <a:pt x="2540032" y="778039"/>
                </a:cubicBezTo>
                <a:lnTo>
                  <a:pt x="2535130" y="794647"/>
                </a:lnTo>
                <a:lnTo>
                  <a:pt x="2531423" y="809073"/>
                </a:lnTo>
                <a:lnTo>
                  <a:pt x="2522300" y="821427"/>
                </a:lnTo>
                <a:lnTo>
                  <a:pt x="2509595" y="839113"/>
                </a:lnTo>
                <a:lnTo>
                  <a:pt x="2508836" y="839660"/>
                </a:lnTo>
                <a:lnTo>
                  <a:pt x="2506132" y="843323"/>
                </a:lnTo>
                <a:cubicBezTo>
                  <a:pt x="2471573" y="878870"/>
                  <a:pt x="2408849" y="915691"/>
                  <a:pt x="2314718" y="930224"/>
                </a:cubicBezTo>
                <a:cubicBezTo>
                  <a:pt x="2328989" y="836053"/>
                  <a:pt x="2365635" y="773227"/>
                  <a:pt x="2401085" y="738569"/>
                </a:cubicBezTo>
                <a:close/>
                <a:moveTo>
                  <a:pt x="2071514" y="534714"/>
                </a:moveTo>
                <a:cubicBezTo>
                  <a:pt x="2084843" y="518146"/>
                  <a:pt x="2103256" y="507899"/>
                  <a:pt x="2123595" y="507899"/>
                </a:cubicBezTo>
                <a:cubicBezTo>
                  <a:pt x="2143934" y="507899"/>
                  <a:pt x="2162347" y="518146"/>
                  <a:pt x="2175676" y="534714"/>
                </a:cubicBezTo>
                <a:lnTo>
                  <a:pt x="2183932" y="549935"/>
                </a:lnTo>
                <a:lnTo>
                  <a:pt x="2191494" y="562768"/>
                </a:lnTo>
                <a:lnTo>
                  <a:pt x="2193757" y="577954"/>
                </a:lnTo>
                <a:lnTo>
                  <a:pt x="2197249" y="599452"/>
                </a:lnTo>
                <a:lnTo>
                  <a:pt x="2197099" y="600376"/>
                </a:lnTo>
                <a:lnTo>
                  <a:pt x="2197770" y="604879"/>
                </a:lnTo>
                <a:cubicBezTo>
                  <a:pt x="2198399" y="654453"/>
                  <a:pt x="2179986" y="724815"/>
                  <a:pt x="2123594" y="801574"/>
                </a:cubicBezTo>
                <a:cubicBezTo>
                  <a:pt x="2067203" y="724815"/>
                  <a:pt x="2048790" y="654452"/>
                  <a:pt x="2049419" y="604879"/>
                </a:cubicBezTo>
                <a:lnTo>
                  <a:pt x="2050091" y="600372"/>
                </a:lnTo>
                <a:lnTo>
                  <a:pt x="2049941" y="599452"/>
                </a:lnTo>
                <a:lnTo>
                  <a:pt x="2053415" y="578062"/>
                </a:lnTo>
                <a:lnTo>
                  <a:pt x="2055695" y="562768"/>
                </a:lnTo>
                <a:lnTo>
                  <a:pt x="2063275" y="549904"/>
                </a:lnTo>
                <a:close/>
                <a:moveTo>
                  <a:pt x="1689953" y="485708"/>
                </a:moveTo>
                <a:cubicBezTo>
                  <a:pt x="1704314" y="471307"/>
                  <a:pt x="1724572" y="465504"/>
                  <a:pt x="1745716" y="467766"/>
                </a:cubicBezTo>
                <a:lnTo>
                  <a:pt x="1762238" y="472642"/>
                </a:lnTo>
                <a:lnTo>
                  <a:pt x="1776752" y="476371"/>
                </a:lnTo>
                <a:lnTo>
                  <a:pt x="1789323" y="485655"/>
                </a:lnTo>
                <a:lnTo>
                  <a:pt x="1806789" y="498202"/>
                </a:lnTo>
                <a:lnTo>
                  <a:pt x="1807331" y="498952"/>
                </a:lnTo>
                <a:lnTo>
                  <a:pt x="1811002" y="501663"/>
                </a:lnTo>
                <a:cubicBezTo>
                  <a:pt x="1846549" y="536222"/>
                  <a:pt x="1883370" y="598945"/>
                  <a:pt x="1897903" y="693077"/>
                </a:cubicBezTo>
                <a:cubicBezTo>
                  <a:pt x="1803731" y="678806"/>
                  <a:pt x="1740906" y="642160"/>
                  <a:pt x="1706248" y="606710"/>
                </a:cubicBezTo>
                <a:lnTo>
                  <a:pt x="1703535" y="603056"/>
                </a:lnTo>
                <a:lnTo>
                  <a:pt x="1702773" y="602509"/>
                </a:lnTo>
                <a:lnTo>
                  <a:pt x="1689999" y="584833"/>
                </a:lnTo>
                <a:lnTo>
                  <a:pt x="1680861" y="572530"/>
                </a:lnTo>
                <a:lnTo>
                  <a:pt x="1677117" y="558123"/>
                </a:lnTo>
                <a:lnTo>
                  <a:pt x="1672166" y="541521"/>
                </a:lnTo>
                <a:cubicBezTo>
                  <a:pt x="1669845" y="520384"/>
                  <a:pt x="1675591" y="500110"/>
                  <a:pt x="1689953" y="485708"/>
                </a:cubicBezTo>
                <a:close/>
                <a:moveTo>
                  <a:pt x="472890" y="476084"/>
                </a:moveTo>
                <a:cubicBezTo>
                  <a:pt x="-158876" y="1109615"/>
                  <a:pt x="-157446" y="2135341"/>
                  <a:pt x="476084" y="2767108"/>
                </a:cubicBezTo>
                <a:cubicBezTo>
                  <a:pt x="1109615" y="3398874"/>
                  <a:pt x="2135342" y="3397444"/>
                  <a:pt x="2767108" y="2763914"/>
                </a:cubicBezTo>
                <a:cubicBezTo>
                  <a:pt x="3398875" y="2130383"/>
                  <a:pt x="3397444" y="1104656"/>
                  <a:pt x="2763914" y="472890"/>
                </a:cubicBezTo>
                <a:cubicBezTo>
                  <a:pt x="2130383" y="-158876"/>
                  <a:pt x="1104657" y="-157446"/>
                  <a:pt x="472890" y="4760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9" name="Freeform 258">
            <a:extLst>
              <a:ext uri="{FF2B5EF4-FFF2-40B4-BE49-F238E27FC236}">
                <a16:creationId xmlns:a16="http://schemas.microsoft.com/office/drawing/2014/main" id="{D403A1C1-EF6F-AD6C-F98D-2D03B593E8C0}"/>
              </a:ext>
            </a:extLst>
          </p:cNvPr>
          <p:cNvSpPr/>
          <p:nvPr/>
        </p:nvSpPr>
        <p:spPr>
          <a:xfrm rot="2704793">
            <a:off x="5741314" y="1816289"/>
            <a:ext cx="3239999" cy="3239999"/>
          </a:xfrm>
          <a:custGeom>
            <a:avLst/>
            <a:gdLst>
              <a:gd name="csX0" fmla="*/ 2610638 w 3239999"/>
              <a:gd name="csY0" fmla="*/ 1267306 h 3239999"/>
              <a:gd name="csX1" fmla="*/ 2697539 w 3239999"/>
              <a:gd name="csY1" fmla="*/ 1458720 h 3239999"/>
              <a:gd name="csX2" fmla="*/ 2701203 w 3239999"/>
              <a:gd name="csY2" fmla="*/ 1461425 h 3239999"/>
              <a:gd name="csX3" fmla="*/ 2701750 w 3239999"/>
              <a:gd name="csY3" fmla="*/ 1462182 h 3239999"/>
              <a:gd name="csX4" fmla="*/ 2719399 w 3239999"/>
              <a:gd name="csY4" fmla="*/ 1474862 h 3239999"/>
              <a:gd name="csX5" fmla="*/ 2731789 w 3239999"/>
              <a:gd name="csY5" fmla="*/ 1484010 h 3239999"/>
              <a:gd name="csX6" fmla="*/ 2746232 w 3239999"/>
              <a:gd name="csY6" fmla="*/ 1487722 h 3239999"/>
              <a:gd name="csX7" fmla="*/ 2762824 w 3239999"/>
              <a:gd name="csY7" fmla="*/ 1492619 h 3239999"/>
              <a:gd name="csX8" fmla="*/ 2818586 w 3239999"/>
              <a:gd name="csY8" fmla="*/ 1474676 h 3239999"/>
              <a:gd name="csX9" fmla="*/ 2836375 w 3239999"/>
              <a:gd name="csY9" fmla="*/ 1418862 h 3239999"/>
              <a:gd name="csX10" fmla="*/ 2831431 w 3239999"/>
              <a:gd name="csY10" fmla="*/ 1402285 h 3239999"/>
              <a:gd name="csX11" fmla="*/ 2827680 w 3239999"/>
              <a:gd name="csY11" fmla="*/ 1387852 h 3239999"/>
              <a:gd name="csX12" fmla="*/ 2818496 w 3239999"/>
              <a:gd name="csY12" fmla="*/ 1375488 h 3239999"/>
              <a:gd name="csX13" fmla="*/ 2805767 w 3239999"/>
              <a:gd name="csY13" fmla="*/ 1357875 h 3239999"/>
              <a:gd name="csX14" fmla="*/ 2805008 w 3239999"/>
              <a:gd name="csY14" fmla="*/ 1357329 h 3239999"/>
              <a:gd name="csX15" fmla="*/ 2802293 w 3239999"/>
              <a:gd name="csY15" fmla="*/ 1353673 h 3239999"/>
              <a:gd name="csX16" fmla="*/ 2610638 w 3239999"/>
              <a:gd name="csY16" fmla="*/ 1267306 h 3239999"/>
              <a:gd name="csX17" fmla="*/ 2518118 w 3239999"/>
              <a:gd name="csY17" fmla="*/ 1059376 h 3239999"/>
              <a:gd name="csX18" fmla="*/ 2715018 w 3239999"/>
              <a:gd name="csY18" fmla="*/ 1133003 h 3239999"/>
              <a:gd name="csX19" fmla="*/ 2719524 w 3239999"/>
              <a:gd name="csY19" fmla="*/ 1132319 h 3239999"/>
              <a:gd name="csX20" fmla="*/ 2720444 w 3239999"/>
              <a:gd name="csY20" fmla="*/ 1132467 h 3239999"/>
              <a:gd name="csX21" fmla="*/ 2741820 w 3239999"/>
              <a:gd name="csY21" fmla="*/ 1128933 h 3239999"/>
              <a:gd name="csX22" fmla="*/ 2757112 w 3239999"/>
              <a:gd name="csY22" fmla="*/ 1126610 h 3239999"/>
              <a:gd name="csX23" fmla="*/ 2769956 w 3239999"/>
              <a:gd name="csY23" fmla="*/ 1118994 h 3239999"/>
              <a:gd name="csX24" fmla="*/ 2785121 w 3239999"/>
              <a:gd name="csY24" fmla="*/ 1110712 h 3239999"/>
              <a:gd name="csX25" fmla="*/ 2811791 w 3239999"/>
              <a:gd name="csY25" fmla="*/ 1058557 h 3239999"/>
              <a:gd name="csX26" fmla="*/ 2784831 w 3239999"/>
              <a:gd name="csY26" fmla="*/ 1006551 h 3239999"/>
              <a:gd name="csX27" fmla="*/ 2769580 w 3239999"/>
              <a:gd name="csY27" fmla="*/ 998333 h 3239999"/>
              <a:gd name="csX28" fmla="*/ 2756733 w 3239999"/>
              <a:gd name="csY28" fmla="*/ 990811 h 3239999"/>
              <a:gd name="csX29" fmla="*/ 2741565 w 3239999"/>
              <a:gd name="csY29" fmla="*/ 988594 h 3239999"/>
              <a:gd name="csX30" fmla="*/ 2720033 w 3239999"/>
              <a:gd name="csY30" fmla="*/ 985158 h 3239999"/>
              <a:gd name="csX31" fmla="*/ 2719108 w 3239999"/>
              <a:gd name="csY31" fmla="*/ 985312 h 3239999"/>
              <a:gd name="csX32" fmla="*/ 2714606 w 3239999"/>
              <a:gd name="csY32" fmla="*/ 984652 h 3239999"/>
              <a:gd name="csX33" fmla="*/ 2518118 w 3239999"/>
              <a:gd name="csY33" fmla="*/ 1059376 h 3239999"/>
              <a:gd name="csX34" fmla="*/ 2473124 w 3239999"/>
              <a:gd name="csY34" fmla="*/ 673859 h 3239999"/>
              <a:gd name="csX35" fmla="*/ 2386758 w 3239999"/>
              <a:gd name="csY35" fmla="*/ 865514 h 3239999"/>
              <a:gd name="csX36" fmla="*/ 2578171 w 3239999"/>
              <a:gd name="csY36" fmla="*/ 778613 h 3239999"/>
              <a:gd name="csX37" fmla="*/ 2580876 w 3239999"/>
              <a:gd name="csY37" fmla="*/ 774950 h 3239999"/>
              <a:gd name="csX38" fmla="*/ 2581635 w 3239999"/>
              <a:gd name="csY38" fmla="*/ 774402 h 3239999"/>
              <a:gd name="csX39" fmla="*/ 2594342 w 3239999"/>
              <a:gd name="csY39" fmla="*/ 756714 h 3239999"/>
              <a:gd name="csX40" fmla="*/ 2603462 w 3239999"/>
              <a:gd name="csY40" fmla="*/ 744363 h 3239999"/>
              <a:gd name="csX41" fmla="*/ 2607167 w 3239999"/>
              <a:gd name="csY41" fmla="*/ 729943 h 3239999"/>
              <a:gd name="csX42" fmla="*/ 2612072 w 3239999"/>
              <a:gd name="csY42" fmla="*/ 713328 h 3239999"/>
              <a:gd name="csX43" fmla="*/ 2594129 w 3239999"/>
              <a:gd name="csY43" fmla="*/ 657564 h 3239999"/>
              <a:gd name="csX44" fmla="*/ 2538315 w 3239999"/>
              <a:gd name="csY44" fmla="*/ 639777 h 3239999"/>
              <a:gd name="csX45" fmla="*/ 2521737 w 3239999"/>
              <a:gd name="csY45" fmla="*/ 644721 h 3239999"/>
              <a:gd name="csX46" fmla="*/ 2507304 w 3239999"/>
              <a:gd name="csY46" fmla="*/ 648472 h 3239999"/>
              <a:gd name="csX47" fmla="*/ 2494917 w 3239999"/>
              <a:gd name="csY47" fmla="*/ 657673 h 3239999"/>
              <a:gd name="csX48" fmla="*/ 2477327 w 3239999"/>
              <a:gd name="csY48" fmla="*/ 670384 h 3239999"/>
              <a:gd name="csX49" fmla="*/ 2476783 w 3239999"/>
              <a:gd name="csY49" fmla="*/ 671142 h 3239999"/>
              <a:gd name="csX50" fmla="*/ 2143554 w 3239999"/>
              <a:gd name="csY50" fmla="*/ 470002 h 3239999"/>
              <a:gd name="csX51" fmla="*/ 2135316 w 3239999"/>
              <a:gd name="csY51" fmla="*/ 485190 h 3239999"/>
              <a:gd name="csX52" fmla="*/ 2127734 w 3239999"/>
              <a:gd name="csY52" fmla="*/ 498057 h 3239999"/>
              <a:gd name="csX53" fmla="*/ 2125454 w 3239999"/>
              <a:gd name="csY53" fmla="*/ 513354 h 3239999"/>
              <a:gd name="csX54" fmla="*/ 2121981 w 3239999"/>
              <a:gd name="csY54" fmla="*/ 534740 h 3239999"/>
              <a:gd name="csX55" fmla="*/ 2122130 w 3239999"/>
              <a:gd name="csY55" fmla="*/ 535660 h 3239999"/>
              <a:gd name="csX56" fmla="*/ 2121459 w 3239999"/>
              <a:gd name="csY56" fmla="*/ 540167 h 3239999"/>
              <a:gd name="csX57" fmla="*/ 2195634 w 3239999"/>
              <a:gd name="csY57" fmla="*/ 736862 h 3239999"/>
              <a:gd name="csX58" fmla="*/ 2269810 w 3239999"/>
              <a:gd name="csY58" fmla="*/ 540167 h 3239999"/>
              <a:gd name="csX59" fmla="*/ 2269139 w 3239999"/>
              <a:gd name="csY59" fmla="*/ 535666 h 3239999"/>
              <a:gd name="csX60" fmla="*/ 2269289 w 3239999"/>
              <a:gd name="csY60" fmla="*/ 534740 h 3239999"/>
              <a:gd name="csX61" fmla="*/ 2265794 w 3239999"/>
              <a:gd name="csY61" fmla="*/ 513218 h 3239999"/>
              <a:gd name="csX62" fmla="*/ 2263534 w 3239999"/>
              <a:gd name="csY62" fmla="*/ 498056 h 3239999"/>
              <a:gd name="csX63" fmla="*/ 2255976 w 3239999"/>
              <a:gd name="csY63" fmla="*/ 485230 h 3239999"/>
              <a:gd name="csX64" fmla="*/ 2247716 w 3239999"/>
              <a:gd name="csY64" fmla="*/ 470002 h 3239999"/>
              <a:gd name="csX65" fmla="*/ 2195635 w 3239999"/>
              <a:gd name="csY65" fmla="*/ 443187 h 3239999"/>
              <a:gd name="csX66" fmla="*/ 2143554 w 3239999"/>
              <a:gd name="csY66" fmla="*/ 470002 h 3239999"/>
              <a:gd name="csX67" fmla="*/ 1761992 w 3239999"/>
              <a:gd name="csY67" fmla="*/ 420998 h 3239999"/>
              <a:gd name="csX68" fmla="*/ 1744205 w 3239999"/>
              <a:gd name="csY68" fmla="*/ 476812 h 3239999"/>
              <a:gd name="csX69" fmla="*/ 1749156 w 3239999"/>
              <a:gd name="csY69" fmla="*/ 493413 h 3239999"/>
              <a:gd name="csX70" fmla="*/ 1752900 w 3239999"/>
              <a:gd name="csY70" fmla="*/ 507820 h 3239999"/>
              <a:gd name="csX71" fmla="*/ 1762038 w 3239999"/>
              <a:gd name="csY71" fmla="*/ 520123 h 3239999"/>
              <a:gd name="csX72" fmla="*/ 1774812 w 3239999"/>
              <a:gd name="csY72" fmla="*/ 537799 h 3239999"/>
              <a:gd name="csX73" fmla="*/ 1775574 w 3239999"/>
              <a:gd name="csY73" fmla="*/ 538346 h 3239999"/>
              <a:gd name="csX74" fmla="*/ 1778287 w 3239999"/>
              <a:gd name="csY74" fmla="*/ 542000 h 3239999"/>
              <a:gd name="csX75" fmla="*/ 1969942 w 3239999"/>
              <a:gd name="csY75" fmla="*/ 628367 h 3239999"/>
              <a:gd name="csX76" fmla="*/ 1883042 w 3239999"/>
              <a:gd name="csY76" fmla="*/ 436953 h 3239999"/>
              <a:gd name="csX77" fmla="*/ 1879370 w 3239999"/>
              <a:gd name="csY77" fmla="*/ 434242 h 3239999"/>
              <a:gd name="csX78" fmla="*/ 1878828 w 3239999"/>
              <a:gd name="csY78" fmla="*/ 433493 h 3239999"/>
              <a:gd name="csX79" fmla="*/ 1861363 w 3239999"/>
              <a:gd name="csY79" fmla="*/ 420945 h 3239999"/>
              <a:gd name="csX80" fmla="*/ 1848791 w 3239999"/>
              <a:gd name="csY80" fmla="*/ 411662 h 3239999"/>
              <a:gd name="csX81" fmla="*/ 1834277 w 3239999"/>
              <a:gd name="csY81" fmla="*/ 407932 h 3239999"/>
              <a:gd name="csX82" fmla="*/ 1817755 w 3239999"/>
              <a:gd name="csY82" fmla="*/ 403056 h 3239999"/>
              <a:gd name="csX83" fmla="*/ 1761992 w 3239999"/>
              <a:gd name="csY83" fmla="*/ 420998 h 3239999"/>
              <a:gd name="csX84" fmla="*/ 472890 w 3239999"/>
              <a:gd name="csY84" fmla="*/ 476085 h 3239999"/>
              <a:gd name="csX85" fmla="*/ 2763914 w 3239999"/>
              <a:gd name="csY85" fmla="*/ 472890 h 3239999"/>
              <a:gd name="csX86" fmla="*/ 2767108 w 3239999"/>
              <a:gd name="csY86" fmla="*/ 2763914 h 3239999"/>
              <a:gd name="csX87" fmla="*/ 476085 w 3239999"/>
              <a:gd name="csY87" fmla="*/ 2767108 h 3239999"/>
              <a:gd name="csX88" fmla="*/ 472890 w 3239999"/>
              <a:gd name="csY88" fmla="*/ 476085 h 3239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3239999" h="3239999">
                <a:moveTo>
                  <a:pt x="2610638" y="1267306"/>
                </a:moveTo>
                <a:cubicBezTo>
                  <a:pt x="2625171" y="1361437"/>
                  <a:pt x="2661992" y="1424161"/>
                  <a:pt x="2697539" y="1458720"/>
                </a:cubicBezTo>
                <a:lnTo>
                  <a:pt x="2701203" y="1461425"/>
                </a:lnTo>
                <a:lnTo>
                  <a:pt x="2701750" y="1462182"/>
                </a:lnTo>
                <a:lnTo>
                  <a:pt x="2719399" y="1474862"/>
                </a:lnTo>
                <a:lnTo>
                  <a:pt x="2731789" y="1484010"/>
                </a:lnTo>
                <a:lnTo>
                  <a:pt x="2746232" y="1487722"/>
                </a:lnTo>
                <a:lnTo>
                  <a:pt x="2762824" y="1492619"/>
                </a:lnTo>
                <a:cubicBezTo>
                  <a:pt x="2783966" y="1494879"/>
                  <a:pt x="2804225" y="1489078"/>
                  <a:pt x="2818586" y="1474676"/>
                </a:cubicBezTo>
                <a:cubicBezTo>
                  <a:pt x="2832948" y="1460274"/>
                  <a:pt x="2838694" y="1439999"/>
                  <a:pt x="2836375" y="1418862"/>
                </a:cubicBezTo>
                <a:lnTo>
                  <a:pt x="2831431" y="1402285"/>
                </a:lnTo>
                <a:lnTo>
                  <a:pt x="2827680" y="1387852"/>
                </a:lnTo>
                <a:lnTo>
                  <a:pt x="2818496" y="1375488"/>
                </a:lnTo>
                <a:lnTo>
                  <a:pt x="2805767" y="1357875"/>
                </a:lnTo>
                <a:lnTo>
                  <a:pt x="2805008" y="1357329"/>
                </a:lnTo>
                <a:lnTo>
                  <a:pt x="2802293" y="1353673"/>
                </a:lnTo>
                <a:cubicBezTo>
                  <a:pt x="2767635" y="1318223"/>
                  <a:pt x="2704810" y="1281576"/>
                  <a:pt x="2610638" y="1267306"/>
                </a:cubicBezTo>
                <a:close/>
                <a:moveTo>
                  <a:pt x="2518118" y="1059376"/>
                </a:moveTo>
                <a:cubicBezTo>
                  <a:pt x="2595033" y="1115553"/>
                  <a:pt x="2665447" y="1133771"/>
                  <a:pt x="2715018" y="1133003"/>
                </a:cubicBezTo>
                <a:lnTo>
                  <a:pt x="2719524" y="1132319"/>
                </a:lnTo>
                <a:lnTo>
                  <a:pt x="2720444" y="1132467"/>
                </a:lnTo>
                <a:lnTo>
                  <a:pt x="2741820" y="1128933"/>
                </a:lnTo>
                <a:lnTo>
                  <a:pt x="2757112" y="1126610"/>
                </a:lnTo>
                <a:lnTo>
                  <a:pt x="2769956" y="1118994"/>
                </a:lnTo>
                <a:lnTo>
                  <a:pt x="2785121" y="1110712"/>
                </a:lnTo>
                <a:cubicBezTo>
                  <a:pt x="2801652" y="1097338"/>
                  <a:pt x="2811848" y="1078895"/>
                  <a:pt x="2811791" y="1058557"/>
                </a:cubicBezTo>
                <a:cubicBezTo>
                  <a:pt x="2811734" y="1038218"/>
                  <a:pt x="2801436" y="1019833"/>
                  <a:pt x="2784831" y="1006551"/>
                </a:cubicBezTo>
                <a:lnTo>
                  <a:pt x="2769580" y="998333"/>
                </a:lnTo>
                <a:lnTo>
                  <a:pt x="2756733" y="990811"/>
                </a:lnTo>
                <a:lnTo>
                  <a:pt x="2741565" y="988594"/>
                </a:lnTo>
                <a:lnTo>
                  <a:pt x="2720033" y="985158"/>
                </a:lnTo>
                <a:lnTo>
                  <a:pt x="2719108" y="985312"/>
                </a:lnTo>
                <a:lnTo>
                  <a:pt x="2714606" y="984652"/>
                </a:lnTo>
                <a:cubicBezTo>
                  <a:pt x="2665029" y="984162"/>
                  <a:pt x="2594719" y="1002772"/>
                  <a:pt x="2518118" y="1059376"/>
                </a:cubicBezTo>
                <a:close/>
                <a:moveTo>
                  <a:pt x="2473124" y="673859"/>
                </a:moveTo>
                <a:cubicBezTo>
                  <a:pt x="2437674" y="708517"/>
                  <a:pt x="2401029" y="771342"/>
                  <a:pt x="2386758" y="865514"/>
                </a:cubicBezTo>
                <a:cubicBezTo>
                  <a:pt x="2480889" y="850980"/>
                  <a:pt x="2543612" y="814160"/>
                  <a:pt x="2578171" y="778613"/>
                </a:cubicBezTo>
                <a:lnTo>
                  <a:pt x="2580876" y="774950"/>
                </a:lnTo>
                <a:lnTo>
                  <a:pt x="2581635" y="774402"/>
                </a:lnTo>
                <a:lnTo>
                  <a:pt x="2594342" y="756714"/>
                </a:lnTo>
                <a:lnTo>
                  <a:pt x="2603462" y="744363"/>
                </a:lnTo>
                <a:lnTo>
                  <a:pt x="2607167" y="729943"/>
                </a:lnTo>
                <a:lnTo>
                  <a:pt x="2612072" y="713328"/>
                </a:lnTo>
                <a:cubicBezTo>
                  <a:pt x="2614333" y="692185"/>
                  <a:pt x="2608530" y="671926"/>
                  <a:pt x="2594129" y="657564"/>
                </a:cubicBezTo>
                <a:cubicBezTo>
                  <a:pt x="2579727" y="643202"/>
                  <a:pt x="2559452" y="637457"/>
                  <a:pt x="2538315" y="639777"/>
                </a:cubicBezTo>
                <a:lnTo>
                  <a:pt x="2521737" y="644721"/>
                </a:lnTo>
                <a:lnTo>
                  <a:pt x="2507304" y="648472"/>
                </a:lnTo>
                <a:lnTo>
                  <a:pt x="2494917" y="657673"/>
                </a:lnTo>
                <a:lnTo>
                  <a:pt x="2477327" y="670384"/>
                </a:lnTo>
                <a:lnTo>
                  <a:pt x="2476783" y="671142"/>
                </a:lnTo>
                <a:close/>
                <a:moveTo>
                  <a:pt x="2143554" y="470002"/>
                </a:moveTo>
                <a:lnTo>
                  <a:pt x="2135316" y="485190"/>
                </a:lnTo>
                <a:lnTo>
                  <a:pt x="2127734" y="498057"/>
                </a:lnTo>
                <a:lnTo>
                  <a:pt x="2125454" y="513354"/>
                </a:lnTo>
                <a:lnTo>
                  <a:pt x="2121981" y="534740"/>
                </a:lnTo>
                <a:lnTo>
                  <a:pt x="2122130" y="535660"/>
                </a:lnTo>
                <a:lnTo>
                  <a:pt x="2121459" y="540167"/>
                </a:lnTo>
                <a:cubicBezTo>
                  <a:pt x="2120830" y="589740"/>
                  <a:pt x="2139243" y="660103"/>
                  <a:pt x="2195634" y="736862"/>
                </a:cubicBezTo>
                <a:cubicBezTo>
                  <a:pt x="2252026" y="660103"/>
                  <a:pt x="2270439" y="589741"/>
                  <a:pt x="2269810" y="540167"/>
                </a:cubicBezTo>
                <a:lnTo>
                  <a:pt x="2269139" y="535666"/>
                </a:lnTo>
                <a:lnTo>
                  <a:pt x="2269289" y="534740"/>
                </a:lnTo>
                <a:lnTo>
                  <a:pt x="2265794" y="513218"/>
                </a:lnTo>
                <a:lnTo>
                  <a:pt x="2263534" y="498056"/>
                </a:lnTo>
                <a:lnTo>
                  <a:pt x="2255976" y="485230"/>
                </a:lnTo>
                <a:lnTo>
                  <a:pt x="2247716" y="470002"/>
                </a:lnTo>
                <a:cubicBezTo>
                  <a:pt x="2234388" y="453434"/>
                  <a:pt x="2215974" y="443187"/>
                  <a:pt x="2195635" y="443187"/>
                </a:cubicBezTo>
                <a:cubicBezTo>
                  <a:pt x="2175296" y="443187"/>
                  <a:pt x="2156883" y="453434"/>
                  <a:pt x="2143554" y="470002"/>
                </a:cubicBezTo>
                <a:close/>
                <a:moveTo>
                  <a:pt x="1761992" y="420998"/>
                </a:moveTo>
                <a:cubicBezTo>
                  <a:pt x="1747630" y="435400"/>
                  <a:pt x="1741885" y="455675"/>
                  <a:pt x="1744205" y="476812"/>
                </a:cubicBezTo>
                <a:lnTo>
                  <a:pt x="1749156" y="493413"/>
                </a:lnTo>
                <a:lnTo>
                  <a:pt x="1752900" y="507820"/>
                </a:lnTo>
                <a:lnTo>
                  <a:pt x="1762038" y="520123"/>
                </a:lnTo>
                <a:lnTo>
                  <a:pt x="1774812" y="537799"/>
                </a:lnTo>
                <a:lnTo>
                  <a:pt x="1775574" y="538346"/>
                </a:lnTo>
                <a:lnTo>
                  <a:pt x="1778287" y="542000"/>
                </a:lnTo>
                <a:cubicBezTo>
                  <a:pt x="1812945" y="577450"/>
                  <a:pt x="1875771" y="614096"/>
                  <a:pt x="1969942" y="628367"/>
                </a:cubicBezTo>
                <a:cubicBezTo>
                  <a:pt x="1955409" y="534236"/>
                  <a:pt x="1918588" y="471512"/>
                  <a:pt x="1883042" y="436953"/>
                </a:cubicBezTo>
                <a:lnTo>
                  <a:pt x="1879370" y="434242"/>
                </a:lnTo>
                <a:lnTo>
                  <a:pt x="1878828" y="433493"/>
                </a:lnTo>
                <a:lnTo>
                  <a:pt x="1861363" y="420945"/>
                </a:lnTo>
                <a:lnTo>
                  <a:pt x="1848791" y="411662"/>
                </a:lnTo>
                <a:lnTo>
                  <a:pt x="1834277" y="407932"/>
                </a:lnTo>
                <a:lnTo>
                  <a:pt x="1817755" y="403056"/>
                </a:lnTo>
                <a:cubicBezTo>
                  <a:pt x="1796612" y="400795"/>
                  <a:pt x="1776353" y="406597"/>
                  <a:pt x="1761992" y="420998"/>
                </a:cubicBezTo>
                <a:close/>
                <a:moveTo>
                  <a:pt x="472890" y="476085"/>
                </a:moveTo>
                <a:cubicBezTo>
                  <a:pt x="1104657" y="-157446"/>
                  <a:pt x="2130384" y="-158876"/>
                  <a:pt x="2763914" y="472890"/>
                </a:cubicBezTo>
                <a:cubicBezTo>
                  <a:pt x="3397445" y="1104657"/>
                  <a:pt x="3398875" y="2130384"/>
                  <a:pt x="2767108" y="2763914"/>
                </a:cubicBezTo>
                <a:cubicBezTo>
                  <a:pt x="2135342" y="3397445"/>
                  <a:pt x="1109615" y="3398875"/>
                  <a:pt x="476085" y="2767108"/>
                </a:cubicBezTo>
                <a:cubicBezTo>
                  <a:pt x="-157446" y="2135342"/>
                  <a:pt x="-158876" y="1109615"/>
                  <a:pt x="472890" y="47608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7D3FD6-B6DD-CBCD-8309-3383CD2AE1CB}"/>
              </a:ext>
            </a:extLst>
          </p:cNvPr>
          <p:cNvSpPr/>
          <p:nvPr/>
        </p:nvSpPr>
        <p:spPr>
          <a:xfrm>
            <a:off x="4476000" y="1809000"/>
            <a:ext cx="3240000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Freeform 286">
            <a:extLst>
              <a:ext uri="{FF2B5EF4-FFF2-40B4-BE49-F238E27FC236}">
                <a16:creationId xmlns:a16="http://schemas.microsoft.com/office/drawing/2014/main" id="{2536E555-10BF-E3BC-1472-112C524FA620}"/>
              </a:ext>
            </a:extLst>
          </p:cNvPr>
          <p:cNvSpPr/>
          <p:nvPr/>
        </p:nvSpPr>
        <p:spPr>
          <a:xfrm>
            <a:off x="3210740" y="534772"/>
            <a:ext cx="2009613" cy="1986226"/>
          </a:xfrm>
          <a:custGeom>
            <a:avLst/>
            <a:gdLst>
              <a:gd name="csX0" fmla="*/ 754021 w 2009613"/>
              <a:gd name="csY0" fmla="*/ 1246541 h 1986226"/>
              <a:gd name="csX1" fmla="*/ 637647 w 2009613"/>
              <a:gd name="csY1" fmla="*/ 1421607 h 1986226"/>
              <a:gd name="csX2" fmla="*/ 637292 w 2009613"/>
              <a:gd name="csY2" fmla="*/ 1426148 h 1986226"/>
              <a:gd name="csX3" fmla="*/ 636939 w 2009613"/>
              <a:gd name="csY3" fmla="*/ 1427012 h 1986226"/>
              <a:gd name="csX4" fmla="*/ 635526 w 2009613"/>
              <a:gd name="csY4" fmla="*/ 1448701 h 1986226"/>
              <a:gd name="csX5" fmla="*/ 634324 w 2009613"/>
              <a:gd name="csY5" fmla="*/ 1464053 h 1986226"/>
              <a:gd name="csX6" fmla="*/ 638823 w 2009613"/>
              <a:gd name="csY6" fmla="*/ 1478270 h 1986226"/>
              <a:gd name="csX7" fmla="*/ 643453 w 2009613"/>
              <a:gd name="csY7" fmla="*/ 1494939 h 1986226"/>
              <a:gd name="csX8" fmla="*/ 688199 w 2009613"/>
              <a:gd name="csY8" fmla="*/ 1532744 h 1986226"/>
              <a:gd name="csX9" fmla="*/ 744965 w 2009613"/>
              <a:gd name="csY9" fmla="*/ 1518285 h 1986226"/>
              <a:gd name="csX10" fmla="*/ 756413 w 2009613"/>
              <a:gd name="csY10" fmla="*/ 1505312 h 1986226"/>
              <a:gd name="csX11" fmla="*/ 766669 w 2009613"/>
              <a:gd name="csY11" fmla="*/ 1494490 h 1986226"/>
              <a:gd name="csX12" fmla="*/ 772294 w 2009613"/>
              <a:gd name="csY12" fmla="*/ 1480159 h 1986226"/>
              <a:gd name="csX13" fmla="*/ 780499 w 2009613"/>
              <a:gd name="csY13" fmla="*/ 1460029 h 1986226"/>
              <a:gd name="csX14" fmla="*/ 780560 w 2009613"/>
              <a:gd name="csY14" fmla="*/ 1459096 h 1986226"/>
              <a:gd name="csX15" fmla="*/ 782223 w 2009613"/>
              <a:gd name="csY15" fmla="*/ 1454857 h 1986226"/>
              <a:gd name="csX16" fmla="*/ 754021 w 2009613"/>
              <a:gd name="csY16" fmla="*/ 1246541 h 1986226"/>
              <a:gd name="csX17" fmla="*/ 584933 w 2009613"/>
              <a:gd name="csY17" fmla="*/ 1100278 h 1986226"/>
              <a:gd name="csX18" fmla="*/ 384866 w 2009613"/>
              <a:gd name="csY18" fmla="*/ 1164811 h 1986226"/>
              <a:gd name="csX19" fmla="*/ 381762 w 2009613"/>
              <a:gd name="csY19" fmla="*/ 1168141 h 1986226"/>
              <a:gd name="csX20" fmla="*/ 380946 w 2009613"/>
              <a:gd name="csY20" fmla="*/ 1168599 h 1986226"/>
              <a:gd name="csX21" fmla="*/ 366337 w 2009613"/>
              <a:gd name="csY21" fmla="*/ 1184691 h 1986226"/>
              <a:gd name="csX22" fmla="*/ 355838 w 2009613"/>
              <a:gd name="csY22" fmla="*/ 1195956 h 1986226"/>
              <a:gd name="csX23" fmla="*/ 350506 w 2009613"/>
              <a:gd name="csY23" fmla="*/ 1209882 h 1986226"/>
              <a:gd name="csX24" fmla="*/ 343751 w 2009613"/>
              <a:gd name="csY24" fmla="*/ 1225808 h 1986226"/>
              <a:gd name="csX25" fmla="*/ 355225 w 2009613"/>
              <a:gd name="csY25" fmla="*/ 1283252 h 1986226"/>
              <a:gd name="csX26" fmla="*/ 408648 w 2009613"/>
              <a:gd name="csY26" fmla="*/ 1307281 h 1986226"/>
              <a:gd name="csX27" fmla="*/ 425681 w 2009613"/>
              <a:gd name="csY27" fmla="*/ 1304259 h 1986226"/>
              <a:gd name="csX28" fmla="*/ 440448 w 2009613"/>
              <a:gd name="csY28" fmla="*/ 1302176 h 1986226"/>
              <a:gd name="csX29" fmla="*/ 453777 w 2009613"/>
              <a:gd name="csY29" fmla="*/ 1294461 h 1986226"/>
              <a:gd name="csX30" fmla="*/ 472727 w 2009613"/>
              <a:gd name="csY30" fmla="*/ 1283821 h 1986226"/>
              <a:gd name="csX31" fmla="*/ 473355 w 2009613"/>
              <a:gd name="csY31" fmla="*/ 1283129 h 1986226"/>
              <a:gd name="csX32" fmla="*/ 477296 w 2009613"/>
              <a:gd name="csY32" fmla="*/ 1280848 h 1986226"/>
              <a:gd name="csX33" fmla="*/ 584933 w 2009613"/>
              <a:gd name="csY33" fmla="*/ 1100278 h 1986226"/>
              <a:gd name="csX34" fmla="*/ 977096 w 2009613"/>
              <a:gd name="csY34" fmla="*/ 828444 h 1986226"/>
              <a:gd name="csX35" fmla="*/ 869096 w 2009613"/>
              <a:gd name="csY35" fmla="*/ 936444 h 1986226"/>
              <a:gd name="csX36" fmla="*/ 977096 w 2009613"/>
              <a:gd name="csY36" fmla="*/ 1044444 h 1986226"/>
              <a:gd name="csX37" fmla="*/ 1085096 w 2009613"/>
              <a:gd name="csY37" fmla="*/ 936444 h 1986226"/>
              <a:gd name="csX38" fmla="*/ 977096 w 2009613"/>
              <a:gd name="csY38" fmla="*/ 828444 h 1986226"/>
              <a:gd name="csX39" fmla="*/ 455230 w 2009613"/>
              <a:gd name="csY39" fmla="*/ 793674 h 1986226"/>
              <a:gd name="csX40" fmla="*/ 433542 w 2009613"/>
              <a:gd name="csY40" fmla="*/ 794692 h 1986226"/>
              <a:gd name="csX41" fmla="*/ 418128 w 2009613"/>
              <a:gd name="csY41" fmla="*/ 795212 h 1986226"/>
              <a:gd name="csX42" fmla="*/ 404490 w 2009613"/>
              <a:gd name="csY42" fmla="*/ 801275 h 1986226"/>
              <a:gd name="csX43" fmla="*/ 388456 w 2009613"/>
              <a:gd name="csY43" fmla="*/ 807733 h 1986226"/>
              <a:gd name="csX44" fmla="*/ 355882 w 2009613"/>
              <a:gd name="csY44" fmla="*/ 856420 h 1986226"/>
              <a:gd name="csX45" fmla="*/ 376590 w 2009613"/>
              <a:gd name="csY45" fmla="*/ 911217 h 1986226"/>
              <a:gd name="csX46" fmla="*/ 390756 w 2009613"/>
              <a:gd name="csY46" fmla="*/ 921142 h 1986226"/>
              <a:gd name="csX47" fmla="*/ 402659 w 2009613"/>
              <a:gd name="csY47" fmla="*/ 930129 h 1986226"/>
              <a:gd name="csX48" fmla="*/ 417521 w 2009613"/>
              <a:gd name="csY48" fmla="*/ 934115 h 1986226"/>
              <a:gd name="csX49" fmla="*/ 438448 w 2009613"/>
              <a:gd name="csY49" fmla="*/ 940023 h 1986226"/>
              <a:gd name="csX50" fmla="*/ 439383 w 2009613"/>
              <a:gd name="csY50" fmla="*/ 939979 h 1986226"/>
              <a:gd name="csX51" fmla="*/ 443780 w 2009613"/>
              <a:gd name="csY51" fmla="*/ 941159 h 1986226"/>
              <a:gd name="csX52" fmla="*/ 647645 w 2009613"/>
              <a:gd name="csY52" fmla="*/ 889873 h 1986226"/>
              <a:gd name="csX53" fmla="*/ 460680 w 2009613"/>
              <a:gd name="csY53" fmla="*/ 793775 h 1986226"/>
              <a:gd name="csX54" fmla="*/ 456127 w 2009613"/>
              <a:gd name="csY54" fmla="*/ 793929 h 1986226"/>
              <a:gd name="csX55" fmla="*/ 643670 w 2009613"/>
              <a:gd name="csY55" fmla="*/ 469867 h 1986226"/>
              <a:gd name="csX56" fmla="*/ 616762 w 2009613"/>
              <a:gd name="csY56" fmla="*/ 482102 h 1986226"/>
              <a:gd name="csX57" fmla="*/ 592733 w 2009613"/>
              <a:gd name="csY57" fmla="*/ 535525 h 1986226"/>
              <a:gd name="csX58" fmla="*/ 595753 w 2009613"/>
              <a:gd name="csY58" fmla="*/ 552547 h 1986226"/>
              <a:gd name="csX59" fmla="*/ 597838 w 2009613"/>
              <a:gd name="csY59" fmla="*/ 567324 h 1986226"/>
              <a:gd name="csX60" fmla="*/ 605560 w 2009613"/>
              <a:gd name="csY60" fmla="*/ 580665 h 1986226"/>
              <a:gd name="csX61" fmla="*/ 616194 w 2009613"/>
              <a:gd name="csY61" fmla="*/ 599603 h 1986226"/>
              <a:gd name="csX62" fmla="*/ 616885 w 2009613"/>
              <a:gd name="csY62" fmla="*/ 600231 h 1986226"/>
              <a:gd name="csX63" fmla="*/ 619166 w 2009613"/>
              <a:gd name="csY63" fmla="*/ 604172 h 1986226"/>
              <a:gd name="csX64" fmla="*/ 799736 w 2009613"/>
              <a:gd name="csY64" fmla="*/ 711809 h 1986226"/>
              <a:gd name="csX65" fmla="*/ 735204 w 2009613"/>
              <a:gd name="csY65" fmla="*/ 511742 h 1986226"/>
              <a:gd name="csX66" fmla="*/ 731872 w 2009613"/>
              <a:gd name="csY66" fmla="*/ 508637 h 1986226"/>
              <a:gd name="csX67" fmla="*/ 731415 w 2009613"/>
              <a:gd name="csY67" fmla="*/ 507823 h 1986226"/>
              <a:gd name="csX68" fmla="*/ 715334 w 2009613"/>
              <a:gd name="csY68" fmla="*/ 493224 h 1986226"/>
              <a:gd name="csX69" fmla="*/ 704058 w 2009613"/>
              <a:gd name="csY69" fmla="*/ 482714 h 1986226"/>
              <a:gd name="csX70" fmla="*/ 690121 w 2009613"/>
              <a:gd name="csY70" fmla="*/ 477378 h 1986226"/>
              <a:gd name="csX71" fmla="*/ 674207 w 2009613"/>
              <a:gd name="csY71" fmla="*/ 470627 h 1986226"/>
              <a:gd name="csX72" fmla="*/ 643670 w 2009613"/>
              <a:gd name="csY72" fmla="*/ 469867 h 1986226"/>
              <a:gd name="csX73" fmla="*/ 1436432 w 2009613"/>
              <a:gd name="csY73" fmla="*/ 466386 h 1986226"/>
              <a:gd name="csX74" fmla="*/ 1419471 w 2009613"/>
              <a:gd name="csY74" fmla="*/ 469396 h 1986226"/>
              <a:gd name="csX75" fmla="*/ 1404631 w 2009613"/>
              <a:gd name="csY75" fmla="*/ 471490 h 1986226"/>
              <a:gd name="csX76" fmla="*/ 1391091 w 2009613"/>
              <a:gd name="csY76" fmla="*/ 479327 h 1986226"/>
              <a:gd name="csX77" fmla="*/ 1372354 w 2009613"/>
              <a:gd name="csY77" fmla="*/ 489847 h 1986226"/>
              <a:gd name="csX78" fmla="*/ 1371732 w 2009613"/>
              <a:gd name="csY78" fmla="*/ 490531 h 1986226"/>
              <a:gd name="csX79" fmla="*/ 1367782 w 2009613"/>
              <a:gd name="csY79" fmla="*/ 492818 h 1986226"/>
              <a:gd name="csX80" fmla="*/ 1260146 w 2009613"/>
              <a:gd name="csY80" fmla="*/ 673387 h 1986226"/>
              <a:gd name="csX81" fmla="*/ 1460212 w 2009613"/>
              <a:gd name="csY81" fmla="*/ 608856 h 1986226"/>
              <a:gd name="csX82" fmla="*/ 1463314 w 2009613"/>
              <a:gd name="csY82" fmla="*/ 605527 h 1986226"/>
              <a:gd name="csX83" fmla="*/ 1464133 w 2009613"/>
              <a:gd name="csY83" fmla="*/ 605067 h 1986226"/>
              <a:gd name="csX84" fmla="*/ 1478810 w 2009613"/>
              <a:gd name="csY84" fmla="*/ 588902 h 1986226"/>
              <a:gd name="csX85" fmla="*/ 1489241 w 2009613"/>
              <a:gd name="csY85" fmla="*/ 577709 h 1986226"/>
              <a:gd name="csX86" fmla="*/ 1494559 w 2009613"/>
              <a:gd name="csY86" fmla="*/ 563822 h 1986226"/>
              <a:gd name="csX87" fmla="*/ 1501329 w 2009613"/>
              <a:gd name="csY87" fmla="*/ 547858 h 1986226"/>
              <a:gd name="csX88" fmla="*/ 1489855 w 2009613"/>
              <a:gd name="csY88" fmla="*/ 490415 h 1986226"/>
              <a:gd name="csX89" fmla="*/ 1436432 w 2009613"/>
              <a:gd name="csY89" fmla="*/ 466386 h 1986226"/>
              <a:gd name="csX90" fmla="*/ 1036614 w 2009613"/>
              <a:gd name="csY90" fmla="*/ 313341 h 1986226"/>
              <a:gd name="csX91" fmla="*/ 981874 w 2009613"/>
              <a:gd name="csY91" fmla="*/ 334203 h 1986226"/>
              <a:gd name="csX92" fmla="*/ 971990 w 2009613"/>
              <a:gd name="csY92" fmla="*/ 348395 h 1986226"/>
              <a:gd name="csX93" fmla="*/ 963036 w 2009613"/>
              <a:gd name="csY93" fmla="*/ 360323 h 1986226"/>
              <a:gd name="csX94" fmla="*/ 959094 w 2009613"/>
              <a:gd name="csY94" fmla="*/ 375184 h 1986226"/>
              <a:gd name="csX95" fmla="*/ 953240 w 2009613"/>
              <a:gd name="csY95" fmla="*/ 396141 h 1986226"/>
              <a:gd name="csX96" fmla="*/ 953287 w 2009613"/>
              <a:gd name="csY96" fmla="*/ 397076 h 1986226"/>
              <a:gd name="csX97" fmla="*/ 952120 w 2009613"/>
              <a:gd name="csY97" fmla="*/ 401476 h 1986226"/>
              <a:gd name="csX98" fmla="*/ 1003975 w 2009613"/>
              <a:gd name="csY98" fmla="*/ 605196 h 1986226"/>
              <a:gd name="csX99" fmla="*/ 1099552 w 2009613"/>
              <a:gd name="csY99" fmla="*/ 417963 h 1986226"/>
              <a:gd name="csX100" fmla="*/ 1099385 w 2009613"/>
              <a:gd name="csY100" fmla="*/ 413411 h 1986226"/>
              <a:gd name="csX101" fmla="*/ 1099635 w 2009613"/>
              <a:gd name="csY101" fmla="*/ 412513 h 1986226"/>
              <a:gd name="csX102" fmla="*/ 1098560 w 2009613"/>
              <a:gd name="csY102" fmla="*/ 390869 h 1986226"/>
              <a:gd name="csX103" fmla="*/ 1097995 w 2009613"/>
              <a:gd name="csY103" fmla="*/ 375416 h 1986226"/>
              <a:gd name="csX104" fmla="*/ 1091886 w 2009613"/>
              <a:gd name="csY104" fmla="*/ 361779 h 1986226"/>
              <a:gd name="csX105" fmla="*/ 1085392 w 2009613"/>
              <a:gd name="csY105" fmla="*/ 345780 h 1986226"/>
              <a:gd name="csX106" fmla="*/ 1036614 w 2009613"/>
              <a:gd name="csY106" fmla="*/ 313341 h 1986226"/>
              <a:gd name="csX107" fmla="*/ 1007466 w 2009613"/>
              <a:gd name="csY107" fmla="*/ 20 h 1986226"/>
              <a:gd name="csX108" fmla="*/ 1110171 w 2009613"/>
              <a:gd name="csY108" fmla="*/ 5826 h 1986226"/>
              <a:gd name="csX109" fmla="*/ 2003992 w 2009613"/>
              <a:gd name="csY109" fmla="*/ 1099747 h 1986226"/>
              <a:gd name="csX110" fmla="*/ 899442 w 2009613"/>
              <a:gd name="csY110" fmla="*/ 1980401 h 1986226"/>
              <a:gd name="csX111" fmla="*/ 5621 w 2009613"/>
              <a:gd name="csY111" fmla="*/ 886479 h 1986226"/>
              <a:gd name="csX112" fmla="*/ 1007466 w 2009613"/>
              <a:gd name="csY112" fmla="*/ 20 h 19862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</a:cxnLst>
            <a:rect l="l" t="t" r="r" b="b"/>
            <a:pathLst>
              <a:path w="2009613" h="1986226">
                <a:moveTo>
                  <a:pt x="754021" y="1246541"/>
                </a:moveTo>
                <a:cubicBezTo>
                  <a:pt x="681860" y="1308708"/>
                  <a:pt x="648144" y="1373154"/>
                  <a:pt x="637647" y="1421607"/>
                </a:cubicBezTo>
                <a:lnTo>
                  <a:pt x="637292" y="1426148"/>
                </a:lnTo>
                <a:lnTo>
                  <a:pt x="636939" y="1427012"/>
                </a:lnTo>
                <a:lnTo>
                  <a:pt x="635526" y="1448701"/>
                </a:lnTo>
                <a:lnTo>
                  <a:pt x="634324" y="1464053"/>
                </a:lnTo>
                <a:lnTo>
                  <a:pt x="638823" y="1478270"/>
                </a:lnTo>
                <a:lnTo>
                  <a:pt x="643453" y="1494939"/>
                </a:lnTo>
                <a:cubicBezTo>
                  <a:pt x="652730" y="1514073"/>
                  <a:pt x="668378" y="1528186"/>
                  <a:pt x="688199" y="1532744"/>
                </a:cubicBezTo>
                <a:cubicBezTo>
                  <a:pt x="708021" y="1537303"/>
                  <a:pt x="728262" y="1531444"/>
                  <a:pt x="744965" y="1518285"/>
                </a:cubicBezTo>
                <a:lnTo>
                  <a:pt x="756413" y="1505312"/>
                </a:lnTo>
                <a:lnTo>
                  <a:pt x="766669" y="1494490"/>
                </a:lnTo>
                <a:lnTo>
                  <a:pt x="772294" y="1480159"/>
                </a:lnTo>
                <a:lnTo>
                  <a:pt x="780499" y="1460029"/>
                </a:lnTo>
                <a:lnTo>
                  <a:pt x="780560" y="1459096"/>
                </a:lnTo>
                <a:lnTo>
                  <a:pt x="782223" y="1454857"/>
                </a:lnTo>
                <a:cubicBezTo>
                  <a:pt x="793948" y="1406686"/>
                  <a:pt x="791773" y="1333986"/>
                  <a:pt x="754021" y="1246541"/>
                </a:cubicBezTo>
                <a:close/>
                <a:moveTo>
                  <a:pt x="584933" y="1100278"/>
                </a:moveTo>
                <a:cubicBezTo>
                  <a:pt x="489759" y="1103994"/>
                  <a:pt x="423249" y="1133431"/>
                  <a:pt x="384866" y="1164811"/>
                </a:cubicBezTo>
                <a:lnTo>
                  <a:pt x="381762" y="1168141"/>
                </a:lnTo>
                <a:lnTo>
                  <a:pt x="380946" y="1168599"/>
                </a:lnTo>
                <a:lnTo>
                  <a:pt x="366337" y="1184691"/>
                </a:lnTo>
                <a:lnTo>
                  <a:pt x="355838" y="1195956"/>
                </a:lnTo>
                <a:lnTo>
                  <a:pt x="350506" y="1209882"/>
                </a:lnTo>
                <a:lnTo>
                  <a:pt x="343751" y="1225808"/>
                </a:lnTo>
                <a:cubicBezTo>
                  <a:pt x="339095" y="1246556"/>
                  <a:pt x="342553" y="1267343"/>
                  <a:pt x="355225" y="1283252"/>
                </a:cubicBezTo>
                <a:cubicBezTo>
                  <a:pt x="367898" y="1299160"/>
                  <a:pt x="387386" y="1307178"/>
                  <a:pt x="408648" y="1307281"/>
                </a:cubicBezTo>
                <a:lnTo>
                  <a:pt x="425681" y="1304259"/>
                </a:lnTo>
                <a:lnTo>
                  <a:pt x="440448" y="1302176"/>
                </a:lnTo>
                <a:lnTo>
                  <a:pt x="453777" y="1294461"/>
                </a:lnTo>
                <a:lnTo>
                  <a:pt x="472727" y="1283821"/>
                </a:lnTo>
                <a:lnTo>
                  <a:pt x="473355" y="1283129"/>
                </a:lnTo>
                <a:lnTo>
                  <a:pt x="477296" y="1280848"/>
                </a:lnTo>
                <a:cubicBezTo>
                  <a:pt x="516464" y="1250454"/>
                  <a:pt x="560028" y="1192212"/>
                  <a:pt x="584933" y="1100278"/>
                </a:cubicBezTo>
                <a:close/>
                <a:moveTo>
                  <a:pt x="977096" y="828444"/>
                </a:moveTo>
                <a:cubicBezTo>
                  <a:pt x="917449" y="828444"/>
                  <a:pt x="869096" y="876797"/>
                  <a:pt x="869096" y="936444"/>
                </a:cubicBezTo>
                <a:cubicBezTo>
                  <a:pt x="869096" y="996091"/>
                  <a:pt x="917449" y="1044444"/>
                  <a:pt x="977096" y="1044444"/>
                </a:cubicBezTo>
                <a:cubicBezTo>
                  <a:pt x="1036743" y="1044444"/>
                  <a:pt x="1085096" y="996091"/>
                  <a:pt x="1085096" y="936444"/>
                </a:cubicBezTo>
                <a:cubicBezTo>
                  <a:pt x="1085096" y="876797"/>
                  <a:pt x="1036743" y="828444"/>
                  <a:pt x="977096" y="828444"/>
                </a:cubicBezTo>
                <a:close/>
                <a:moveTo>
                  <a:pt x="455230" y="793674"/>
                </a:moveTo>
                <a:lnTo>
                  <a:pt x="433542" y="794692"/>
                </a:lnTo>
                <a:lnTo>
                  <a:pt x="418128" y="795212"/>
                </a:lnTo>
                <a:lnTo>
                  <a:pt x="404490" y="801275"/>
                </a:lnTo>
                <a:lnTo>
                  <a:pt x="388456" y="807733"/>
                </a:lnTo>
                <a:cubicBezTo>
                  <a:pt x="370477" y="819088"/>
                  <a:pt x="358199" y="836214"/>
                  <a:pt x="355882" y="856420"/>
                </a:cubicBezTo>
                <a:cubicBezTo>
                  <a:pt x="353566" y="876627"/>
                  <a:pt x="361649" y="896088"/>
                  <a:pt x="376590" y="911217"/>
                </a:cubicBezTo>
                <a:lnTo>
                  <a:pt x="390756" y="921142"/>
                </a:lnTo>
                <a:lnTo>
                  <a:pt x="402659" y="930129"/>
                </a:lnTo>
                <a:lnTo>
                  <a:pt x="417521" y="934115"/>
                </a:lnTo>
                <a:lnTo>
                  <a:pt x="438448" y="940023"/>
                </a:lnTo>
                <a:lnTo>
                  <a:pt x="439383" y="939979"/>
                </a:lnTo>
                <a:lnTo>
                  <a:pt x="443780" y="941159"/>
                </a:lnTo>
                <a:cubicBezTo>
                  <a:pt x="492960" y="947432"/>
                  <a:pt x="564962" y="937153"/>
                  <a:pt x="647645" y="889873"/>
                </a:cubicBezTo>
                <a:cubicBezTo>
                  <a:pt x="577809" y="825106"/>
                  <a:pt x="510002" y="798796"/>
                  <a:pt x="460680" y="793775"/>
                </a:cubicBezTo>
                <a:lnTo>
                  <a:pt x="456127" y="793929"/>
                </a:lnTo>
                <a:close/>
                <a:moveTo>
                  <a:pt x="643670" y="469867"/>
                </a:moveTo>
                <a:cubicBezTo>
                  <a:pt x="633891" y="471734"/>
                  <a:pt x="624717" y="475766"/>
                  <a:pt x="616762" y="482102"/>
                </a:cubicBezTo>
                <a:cubicBezTo>
                  <a:pt x="600854" y="494775"/>
                  <a:pt x="592835" y="514262"/>
                  <a:pt x="592733" y="535525"/>
                </a:cubicBezTo>
                <a:lnTo>
                  <a:pt x="595753" y="552547"/>
                </a:lnTo>
                <a:lnTo>
                  <a:pt x="597838" y="567324"/>
                </a:lnTo>
                <a:lnTo>
                  <a:pt x="605560" y="580665"/>
                </a:lnTo>
                <a:lnTo>
                  <a:pt x="616194" y="599603"/>
                </a:lnTo>
                <a:lnTo>
                  <a:pt x="616885" y="600231"/>
                </a:lnTo>
                <a:lnTo>
                  <a:pt x="619166" y="604172"/>
                </a:lnTo>
                <a:cubicBezTo>
                  <a:pt x="649560" y="643340"/>
                  <a:pt x="707803" y="686903"/>
                  <a:pt x="799736" y="711809"/>
                </a:cubicBezTo>
                <a:cubicBezTo>
                  <a:pt x="796019" y="616634"/>
                  <a:pt x="766583" y="550125"/>
                  <a:pt x="735204" y="511742"/>
                </a:cubicBezTo>
                <a:lnTo>
                  <a:pt x="731872" y="508637"/>
                </a:lnTo>
                <a:lnTo>
                  <a:pt x="731415" y="507823"/>
                </a:lnTo>
                <a:lnTo>
                  <a:pt x="715334" y="493224"/>
                </a:lnTo>
                <a:lnTo>
                  <a:pt x="704058" y="482714"/>
                </a:lnTo>
                <a:lnTo>
                  <a:pt x="690121" y="477378"/>
                </a:lnTo>
                <a:lnTo>
                  <a:pt x="674207" y="470627"/>
                </a:lnTo>
                <a:cubicBezTo>
                  <a:pt x="663833" y="468300"/>
                  <a:pt x="653449" y="468000"/>
                  <a:pt x="643670" y="469867"/>
                </a:cubicBezTo>
                <a:close/>
                <a:moveTo>
                  <a:pt x="1436432" y="466386"/>
                </a:moveTo>
                <a:lnTo>
                  <a:pt x="1419471" y="469396"/>
                </a:lnTo>
                <a:lnTo>
                  <a:pt x="1404631" y="471490"/>
                </a:lnTo>
                <a:lnTo>
                  <a:pt x="1391091" y="479327"/>
                </a:lnTo>
                <a:lnTo>
                  <a:pt x="1372354" y="489847"/>
                </a:lnTo>
                <a:lnTo>
                  <a:pt x="1371732" y="490531"/>
                </a:lnTo>
                <a:lnTo>
                  <a:pt x="1367782" y="492818"/>
                </a:lnTo>
                <a:cubicBezTo>
                  <a:pt x="1328615" y="523213"/>
                  <a:pt x="1285051" y="581454"/>
                  <a:pt x="1260146" y="673387"/>
                </a:cubicBezTo>
                <a:cubicBezTo>
                  <a:pt x="1355320" y="669671"/>
                  <a:pt x="1421829" y="640235"/>
                  <a:pt x="1460212" y="608856"/>
                </a:cubicBezTo>
                <a:lnTo>
                  <a:pt x="1463314" y="605527"/>
                </a:lnTo>
                <a:lnTo>
                  <a:pt x="1464133" y="605067"/>
                </a:lnTo>
                <a:lnTo>
                  <a:pt x="1478810" y="588902"/>
                </a:lnTo>
                <a:lnTo>
                  <a:pt x="1489241" y="577709"/>
                </a:lnTo>
                <a:lnTo>
                  <a:pt x="1494559" y="563822"/>
                </a:lnTo>
                <a:lnTo>
                  <a:pt x="1501329" y="547858"/>
                </a:lnTo>
                <a:cubicBezTo>
                  <a:pt x="1505984" y="527111"/>
                  <a:pt x="1502527" y="506324"/>
                  <a:pt x="1489855" y="490415"/>
                </a:cubicBezTo>
                <a:cubicBezTo>
                  <a:pt x="1477184" y="474508"/>
                  <a:pt x="1457695" y="466489"/>
                  <a:pt x="1436432" y="466386"/>
                </a:cubicBezTo>
                <a:close/>
                <a:moveTo>
                  <a:pt x="1036614" y="313341"/>
                </a:moveTo>
                <a:cubicBezTo>
                  <a:pt x="1016400" y="311081"/>
                  <a:pt x="996962" y="319219"/>
                  <a:pt x="981874" y="334203"/>
                </a:cubicBezTo>
                <a:lnTo>
                  <a:pt x="971990" y="348395"/>
                </a:lnTo>
                <a:lnTo>
                  <a:pt x="963036" y="360323"/>
                </a:lnTo>
                <a:lnTo>
                  <a:pt x="959094" y="375184"/>
                </a:lnTo>
                <a:lnTo>
                  <a:pt x="953240" y="396141"/>
                </a:lnTo>
                <a:lnTo>
                  <a:pt x="953287" y="397076"/>
                </a:lnTo>
                <a:lnTo>
                  <a:pt x="952120" y="401476"/>
                </a:lnTo>
                <a:cubicBezTo>
                  <a:pt x="945985" y="450672"/>
                  <a:pt x="956465" y="522645"/>
                  <a:pt x="1003975" y="605196"/>
                </a:cubicBezTo>
                <a:cubicBezTo>
                  <a:pt x="1068548" y="535180"/>
                  <a:pt x="1094668" y="467299"/>
                  <a:pt x="1099552" y="417963"/>
                </a:cubicBezTo>
                <a:lnTo>
                  <a:pt x="1099385" y="413411"/>
                </a:lnTo>
                <a:lnTo>
                  <a:pt x="1099635" y="412513"/>
                </a:lnTo>
                <a:lnTo>
                  <a:pt x="1098560" y="390869"/>
                </a:lnTo>
                <a:lnTo>
                  <a:pt x="1097995" y="375416"/>
                </a:lnTo>
                <a:lnTo>
                  <a:pt x="1091886" y="361779"/>
                </a:lnTo>
                <a:lnTo>
                  <a:pt x="1085392" y="345780"/>
                </a:lnTo>
                <a:cubicBezTo>
                  <a:pt x="1073987" y="327833"/>
                  <a:pt x="1056826" y="315602"/>
                  <a:pt x="1036614" y="313341"/>
                </a:cubicBezTo>
                <a:close/>
                <a:moveTo>
                  <a:pt x="1007466" y="20"/>
                </a:moveTo>
                <a:cubicBezTo>
                  <a:pt x="1041415" y="235"/>
                  <a:pt x="1075681" y="2145"/>
                  <a:pt x="1110171" y="5826"/>
                </a:cubicBezTo>
                <a:cubicBezTo>
                  <a:pt x="1662005" y="64718"/>
                  <a:pt x="2062182" y="554484"/>
                  <a:pt x="2003992" y="1099747"/>
                </a:cubicBezTo>
                <a:cubicBezTo>
                  <a:pt x="1945801" y="1645011"/>
                  <a:pt x="1451276" y="2039294"/>
                  <a:pt x="899442" y="1980401"/>
                </a:cubicBezTo>
                <a:cubicBezTo>
                  <a:pt x="347607" y="1921509"/>
                  <a:pt x="-52570" y="1431743"/>
                  <a:pt x="5621" y="886479"/>
                </a:cubicBezTo>
                <a:cubicBezTo>
                  <a:pt x="60175" y="375294"/>
                  <a:pt x="498225" y="-3192"/>
                  <a:pt x="1007466" y="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8" name="Freeform 287">
            <a:extLst>
              <a:ext uri="{FF2B5EF4-FFF2-40B4-BE49-F238E27FC236}">
                <a16:creationId xmlns:a16="http://schemas.microsoft.com/office/drawing/2014/main" id="{E3A8232C-8E38-C0BE-C7E3-938AD3901A44}"/>
              </a:ext>
            </a:extLst>
          </p:cNvPr>
          <p:cNvSpPr/>
          <p:nvPr/>
        </p:nvSpPr>
        <p:spPr>
          <a:xfrm>
            <a:off x="6971594" y="547685"/>
            <a:ext cx="2009718" cy="1985788"/>
          </a:xfrm>
          <a:custGeom>
            <a:avLst/>
            <a:gdLst>
              <a:gd name="csX0" fmla="*/ 1295443 w 2009718"/>
              <a:gd name="csY0" fmla="*/ 1259796 h 1985788"/>
              <a:gd name="csX1" fmla="*/ 1245294 w 2009718"/>
              <a:gd name="csY1" fmla="*/ 1463942 h 1985788"/>
              <a:gd name="csX2" fmla="*/ 1246498 w 2009718"/>
              <a:gd name="csY2" fmla="*/ 1468335 h 1985788"/>
              <a:gd name="csX3" fmla="*/ 1246459 w 2009718"/>
              <a:gd name="csY3" fmla="*/ 1469268 h 1985788"/>
              <a:gd name="csX4" fmla="*/ 1252480 w 2009718"/>
              <a:gd name="csY4" fmla="*/ 1490148 h 1985788"/>
              <a:gd name="csX5" fmla="*/ 1256555 w 2009718"/>
              <a:gd name="csY5" fmla="*/ 1505002 h 1985788"/>
              <a:gd name="csX6" fmla="*/ 1265604 w 2009718"/>
              <a:gd name="csY6" fmla="*/ 1516853 h 1985788"/>
              <a:gd name="csX7" fmla="*/ 1275611 w 2009718"/>
              <a:gd name="csY7" fmla="*/ 1530966 h 1985788"/>
              <a:gd name="csX8" fmla="*/ 1330522 w 2009718"/>
              <a:gd name="csY8" fmla="*/ 1551368 h 1985788"/>
              <a:gd name="csX9" fmla="*/ 1379027 w 2009718"/>
              <a:gd name="csY9" fmla="*/ 1518524 h 1985788"/>
              <a:gd name="csX10" fmla="*/ 1385400 w 2009718"/>
              <a:gd name="csY10" fmla="*/ 1502440 h 1985788"/>
              <a:gd name="csX11" fmla="*/ 1391382 w 2009718"/>
              <a:gd name="csY11" fmla="*/ 1488782 h 1985788"/>
              <a:gd name="csX12" fmla="*/ 1391816 w 2009718"/>
              <a:gd name="csY12" fmla="*/ 1473385 h 1985788"/>
              <a:gd name="csX13" fmla="*/ 1392713 w 2009718"/>
              <a:gd name="csY13" fmla="*/ 1451673 h 1985788"/>
              <a:gd name="csX14" fmla="*/ 1392454 w 2009718"/>
              <a:gd name="csY14" fmla="*/ 1450775 h 1985788"/>
              <a:gd name="csX15" fmla="*/ 1392582 w 2009718"/>
              <a:gd name="csY15" fmla="*/ 1446222 h 1985788"/>
              <a:gd name="csX16" fmla="*/ 1295443 w 2009718"/>
              <a:gd name="csY16" fmla="*/ 1259796 h 1985788"/>
              <a:gd name="csX17" fmla="*/ 1479098 w 2009718"/>
              <a:gd name="csY17" fmla="*/ 1132301 h 1985788"/>
              <a:gd name="csX18" fmla="*/ 1566965 w 2009718"/>
              <a:gd name="csY18" fmla="*/ 1323273 h 1985788"/>
              <a:gd name="csX19" fmla="*/ 1570641 w 2009718"/>
              <a:gd name="csY19" fmla="*/ 1325958 h 1985788"/>
              <a:gd name="csX20" fmla="*/ 1571194 w 2009718"/>
              <a:gd name="csY20" fmla="*/ 1326714 h 1985788"/>
              <a:gd name="csX21" fmla="*/ 1588919 w 2009718"/>
              <a:gd name="csY21" fmla="*/ 1339314 h 1985788"/>
              <a:gd name="csX22" fmla="*/ 1601342 w 2009718"/>
              <a:gd name="csY22" fmla="*/ 1348391 h 1985788"/>
              <a:gd name="csX23" fmla="*/ 1615804 w 2009718"/>
              <a:gd name="csY23" fmla="*/ 1352029 h 1985788"/>
              <a:gd name="csX24" fmla="*/ 1632420 w 2009718"/>
              <a:gd name="csY24" fmla="*/ 1356843 h 1985788"/>
              <a:gd name="csX25" fmla="*/ 1688092 w 2009718"/>
              <a:gd name="csY25" fmla="*/ 1338617 h 1985788"/>
              <a:gd name="csX26" fmla="*/ 1705598 w 2009718"/>
              <a:gd name="csY26" fmla="*/ 1282715 h 1985788"/>
              <a:gd name="csX27" fmla="*/ 1700569 w 2009718"/>
              <a:gd name="csY27" fmla="*/ 1266156 h 1985788"/>
              <a:gd name="csX28" fmla="*/ 1696746 w 2009718"/>
              <a:gd name="csY28" fmla="*/ 1251749 h 1985788"/>
              <a:gd name="csX29" fmla="*/ 1687517 w 2009718"/>
              <a:gd name="csY29" fmla="*/ 1239455 h 1985788"/>
              <a:gd name="csX30" fmla="*/ 1674683 w 2009718"/>
              <a:gd name="csY30" fmla="*/ 1221882 h 1985788"/>
              <a:gd name="csX31" fmla="*/ 1673920 w 2009718"/>
              <a:gd name="csY31" fmla="*/ 1221340 h 1985788"/>
              <a:gd name="csX32" fmla="*/ 1671188 w 2009718"/>
              <a:gd name="csY32" fmla="*/ 1217698 h 1985788"/>
              <a:gd name="csX33" fmla="*/ 1479098 w 2009718"/>
              <a:gd name="csY33" fmla="*/ 1132301 h 1985788"/>
              <a:gd name="csX34" fmla="*/ 1635177 w 2009718"/>
              <a:gd name="csY34" fmla="*/ 840714 h 1985788"/>
              <a:gd name="csX35" fmla="*/ 1439069 w 2009718"/>
              <a:gd name="csY35" fmla="*/ 916430 h 1985788"/>
              <a:gd name="csX36" fmla="*/ 1636338 w 2009718"/>
              <a:gd name="csY36" fmla="*/ 989061 h 1985788"/>
              <a:gd name="csX37" fmla="*/ 1640837 w 2009718"/>
              <a:gd name="csY37" fmla="*/ 988354 h 1985788"/>
              <a:gd name="csX38" fmla="*/ 1641761 w 2009718"/>
              <a:gd name="csY38" fmla="*/ 988497 h 1985788"/>
              <a:gd name="csX39" fmla="*/ 1663197 w 2009718"/>
              <a:gd name="csY39" fmla="*/ 984843 h 1985788"/>
              <a:gd name="csX40" fmla="*/ 1678400 w 2009718"/>
              <a:gd name="csY40" fmla="*/ 982456 h 1985788"/>
              <a:gd name="csX41" fmla="*/ 1691188 w 2009718"/>
              <a:gd name="csY41" fmla="*/ 974785 h 1985788"/>
              <a:gd name="csX42" fmla="*/ 1706329 w 2009718"/>
              <a:gd name="csY42" fmla="*/ 966417 h 1985788"/>
              <a:gd name="csX43" fmla="*/ 1732734 w 2009718"/>
              <a:gd name="csY43" fmla="*/ 914128 h 1985788"/>
              <a:gd name="csX44" fmla="*/ 1705511 w 2009718"/>
              <a:gd name="csY44" fmla="*/ 862258 h 1985788"/>
              <a:gd name="csX45" fmla="*/ 1690252 w 2009718"/>
              <a:gd name="csY45" fmla="*/ 854136 h 1985788"/>
              <a:gd name="csX46" fmla="*/ 1677334 w 2009718"/>
              <a:gd name="csY46" fmla="*/ 846660 h 1985788"/>
              <a:gd name="csX47" fmla="*/ 1662065 w 2009718"/>
              <a:gd name="csY47" fmla="*/ 844507 h 1985788"/>
              <a:gd name="csX48" fmla="*/ 1640607 w 2009718"/>
              <a:gd name="csY48" fmla="*/ 841194 h 1985788"/>
              <a:gd name="csX49" fmla="*/ 1639687 w 2009718"/>
              <a:gd name="csY49" fmla="*/ 841351 h 1985788"/>
              <a:gd name="csX50" fmla="*/ 1087989 w 2009718"/>
              <a:gd name="csY50" fmla="*/ 815531 h 1985788"/>
              <a:gd name="csX51" fmla="*/ 979989 w 2009718"/>
              <a:gd name="csY51" fmla="*/ 923531 h 1985788"/>
              <a:gd name="csX52" fmla="*/ 1087989 w 2009718"/>
              <a:gd name="csY52" fmla="*/ 1031531 h 1985788"/>
              <a:gd name="csX53" fmla="*/ 1195989 w 2009718"/>
              <a:gd name="csY53" fmla="*/ 923531 h 1985788"/>
              <a:gd name="csX54" fmla="*/ 1087989 w 2009718"/>
              <a:gd name="csY54" fmla="*/ 815531 h 1985788"/>
              <a:gd name="csX55" fmla="*/ 1457147 w 2009718"/>
              <a:gd name="csY55" fmla="*/ 496734 h 1985788"/>
              <a:gd name="csX56" fmla="*/ 1440603 w 2009718"/>
              <a:gd name="csY56" fmla="*/ 501757 h 1985788"/>
              <a:gd name="csX57" fmla="*/ 1426182 w 2009718"/>
              <a:gd name="csY57" fmla="*/ 505584 h 1985788"/>
              <a:gd name="csX58" fmla="*/ 1413865 w 2009718"/>
              <a:gd name="csY58" fmla="*/ 514829 h 1985788"/>
              <a:gd name="csX59" fmla="*/ 1396315 w 2009718"/>
              <a:gd name="csY59" fmla="*/ 527648 h 1985788"/>
              <a:gd name="csX60" fmla="*/ 1395774 w 2009718"/>
              <a:gd name="csY60" fmla="*/ 528409 h 1985788"/>
              <a:gd name="csX61" fmla="*/ 1392131 w 2009718"/>
              <a:gd name="csY61" fmla="*/ 531143 h 1985788"/>
              <a:gd name="csX62" fmla="*/ 1306733 w 2009718"/>
              <a:gd name="csY62" fmla="*/ 723231 h 1985788"/>
              <a:gd name="csX63" fmla="*/ 1497705 w 2009718"/>
              <a:gd name="csY63" fmla="*/ 635365 h 1985788"/>
              <a:gd name="csX64" fmla="*/ 1500391 w 2009718"/>
              <a:gd name="csY64" fmla="*/ 631687 h 1985788"/>
              <a:gd name="csX65" fmla="*/ 1501147 w 2009718"/>
              <a:gd name="csY65" fmla="*/ 631137 h 1985788"/>
              <a:gd name="csX66" fmla="*/ 1513745 w 2009718"/>
              <a:gd name="csY66" fmla="*/ 613413 h 1985788"/>
              <a:gd name="csX67" fmla="*/ 1522824 w 2009718"/>
              <a:gd name="csY67" fmla="*/ 600988 h 1985788"/>
              <a:gd name="csX68" fmla="*/ 1526462 w 2009718"/>
              <a:gd name="csY68" fmla="*/ 586526 h 1985788"/>
              <a:gd name="csX69" fmla="*/ 1531274 w 2009718"/>
              <a:gd name="csY69" fmla="*/ 569910 h 1985788"/>
              <a:gd name="csX70" fmla="*/ 1513050 w 2009718"/>
              <a:gd name="csY70" fmla="*/ 514238 h 1985788"/>
              <a:gd name="csX71" fmla="*/ 1457147 w 2009718"/>
              <a:gd name="csY71" fmla="*/ 496734 h 1985788"/>
              <a:gd name="csX72" fmla="*/ 699675 w 2009718"/>
              <a:gd name="csY72" fmla="*/ 411629 h 1985788"/>
              <a:gd name="csX73" fmla="*/ 644004 w 2009718"/>
              <a:gd name="csY73" fmla="*/ 429853 h 1985788"/>
              <a:gd name="csX74" fmla="*/ 626499 w 2009718"/>
              <a:gd name="csY74" fmla="*/ 485754 h 1985788"/>
              <a:gd name="csX75" fmla="*/ 631537 w 2009718"/>
              <a:gd name="csY75" fmla="*/ 502346 h 1985788"/>
              <a:gd name="csX76" fmla="*/ 635352 w 2009718"/>
              <a:gd name="csY76" fmla="*/ 516719 h 1985788"/>
              <a:gd name="csX77" fmla="*/ 644536 w 2009718"/>
              <a:gd name="csY77" fmla="*/ 528956 h 1985788"/>
              <a:gd name="csX78" fmla="*/ 657414 w 2009718"/>
              <a:gd name="csY78" fmla="*/ 546588 h 1985788"/>
              <a:gd name="csX79" fmla="*/ 658180 w 2009718"/>
              <a:gd name="csY79" fmla="*/ 547131 h 1985788"/>
              <a:gd name="csX80" fmla="*/ 660910 w 2009718"/>
              <a:gd name="csY80" fmla="*/ 550770 h 1985788"/>
              <a:gd name="csX81" fmla="*/ 852999 w 2009718"/>
              <a:gd name="csY81" fmla="*/ 636168 h 1985788"/>
              <a:gd name="csX82" fmla="*/ 765133 w 2009718"/>
              <a:gd name="csY82" fmla="*/ 445196 h 1985788"/>
              <a:gd name="csX83" fmla="*/ 761447 w 2009718"/>
              <a:gd name="csY83" fmla="*/ 442503 h 1985788"/>
              <a:gd name="csX84" fmla="*/ 760902 w 2009718"/>
              <a:gd name="csY84" fmla="*/ 441757 h 1985788"/>
              <a:gd name="csX85" fmla="*/ 743387 w 2009718"/>
              <a:gd name="csY85" fmla="*/ 429308 h 1985788"/>
              <a:gd name="csX86" fmla="*/ 730754 w 2009718"/>
              <a:gd name="csY86" fmla="*/ 420078 h 1985788"/>
              <a:gd name="csX87" fmla="*/ 716221 w 2009718"/>
              <a:gd name="csY87" fmla="*/ 416422 h 1985788"/>
              <a:gd name="csX88" fmla="*/ 1113478 w 2009718"/>
              <a:gd name="csY88" fmla="*/ 301879 h 1985788"/>
              <a:gd name="csX89" fmla="*/ 1061533 w 2009718"/>
              <a:gd name="csY89" fmla="*/ 328956 h 1985788"/>
              <a:gd name="csX90" fmla="*/ 1053376 w 2009718"/>
              <a:gd name="csY90" fmla="*/ 344175 h 1985788"/>
              <a:gd name="csX91" fmla="*/ 1045855 w 2009718"/>
              <a:gd name="csY91" fmla="*/ 357088 h 1985788"/>
              <a:gd name="csX92" fmla="*/ 1043653 w 2009718"/>
              <a:gd name="csY92" fmla="*/ 372396 h 1985788"/>
              <a:gd name="csX93" fmla="*/ 1040287 w 2009718"/>
              <a:gd name="csY93" fmla="*/ 393802 h 1985788"/>
              <a:gd name="csX94" fmla="*/ 1040441 w 2009718"/>
              <a:gd name="csY94" fmla="*/ 394721 h 1985788"/>
              <a:gd name="csX95" fmla="*/ 1039792 w 2009718"/>
              <a:gd name="csY95" fmla="*/ 399231 h 1985788"/>
              <a:gd name="csX96" fmla="*/ 1114960 w 2009718"/>
              <a:gd name="csY96" fmla="*/ 595548 h 1985788"/>
              <a:gd name="csX97" fmla="*/ 1188142 w 2009718"/>
              <a:gd name="csY97" fmla="*/ 398481 h 1985788"/>
              <a:gd name="csX98" fmla="*/ 1187448 w 2009718"/>
              <a:gd name="csY98" fmla="*/ 393983 h 1985788"/>
              <a:gd name="csX99" fmla="*/ 1187593 w 2009718"/>
              <a:gd name="csY99" fmla="*/ 393058 h 1985788"/>
              <a:gd name="csX100" fmla="*/ 1183997 w 2009718"/>
              <a:gd name="csY100" fmla="*/ 371599 h 1985788"/>
              <a:gd name="csX101" fmla="*/ 1181653 w 2009718"/>
              <a:gd name="csY101" fmla="*/ 356403 h 1985788"/>
              <a:gd name="csX102" fmla="*/ 1174015 w 2009718"/>
              <a:gd name="csY102" fmla="*/ 343589 h 1985788"/>
              <a:gd name="csX103" fmla="*/ 1165694 w 2009718"/>
              <a:gd name="csY103" fmla="*/ 328430 h 1985788"/>
              <a:gd name="csX104" fmla="*/ 1113478 w 2009718"/>
              <a:gd name="csY104" fmla="*/ 301879 h 1985788"/>
              <a:gd name="csX105" fmla="*/ 1004859 w 2009718"/>
              <a:gd name="csY105" fmla="*/ 0 h 1985788"/>
              <a:gd name="csX106" fmla="*/ 2009718 w 2009718"/>
              <a:gd name="csY106" fmla="*/ 992893 h 1985788"/>
              <a:gd name="csX107" fmla="*/ 1004859 w 2009718"/>
              <a:gd name="csY107" fmla="*/ 1985788 h 1985788"/>
              <a:gd name="csX108" fmla="*/ 0 w 2009718"/>
              <a:gd name="csY108" fmla="*/ 992893 h 1985788"/>
              <a:gd name="csX109" fmla="*/ 1004859 w 2009718"/>
              <a:gd name="csY109" fmla="*/ 0 h 1985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</a:cxnLst>
            <a:rect l="l" t="t" r="r" b="b"/>
            <a:pathLst>
              <a:path w="2009718" h="1985788">
                <a:moveTo>
                  <a:pt x="1295443" y="1259796"/>
                </a:moveTo>
                <a:cubicBezTo>
                  <a:pt x="1248625" y="1342741"/>
                  <a:pt x="1238747" y="1414800"/>
                  <a:pt x="1245294" y="1463942"/>
                </a:cubicBezTo>
                <a:lnTo>
                  <a:pt x="1246498" y="1468335"/>
                </a:lnTo>
                <a:lnTo>
                  <a:pt x="1246459" y="1469268"/>
                </a:lnTo>
                <a:lnTo>
                  <a:pt x="1252480" y="1490148"/>
                </a:lnTo>
                <a:lnTo>
                  <a:pt x="1256555" y="1505002"/>
                </a:lnTo>
                <a:lnTo>
                  <a:pt x="1265604" y="1516853"/>
                </a:lnTo>
                <a:lnTo>
                  <a:pt x="1275611" y="1530966"/>
                </a:lnTo>
                <a:cubicBezTo>
                  <a:pt x="1290822" y="1545823"/>
                  <a:pt x="1310328" y="1553798"/>
                  <a:pt x="1330522" y="1551368"/>
                </a:cubicBezTo>
                <a:cubicBezTo>
                  <a:pt x="1350715" y="1548939"/>
                  <a:pt x="1367773" y="1536566"/>
                  <a:pt x="1379027" y="1518524"/>
                </a:cubicBezTo>
                <a:lnTo>
                  <a:pt x="1385400" y="1502440"/>
                </a:lnTo>
                <a:lnTo>
                  <a:pt x="1391382" y="1488782"/>
                </a:lnTo>
                <a:lnTo>
                  <a:pt x="1391816" y="1473385"/>
                </a:lnTo>
                <a:lnTo>
                  <a:pt x="1392713" y="1451673"/>
                </a:lnTo>
                <a:lnTo>
                  <a:pt x="1392454" y="1450775"/>
                </a:lnTo>
                <a:lnTo>
                  <a:pt x="1392582" y="1446222"/>
                </a:lnTo>
                <a:cubicBezTo>
                  <a:pt x="1387286" y="1396929"/>
                  <a:pt x="1360599" y="1329269"/>
                  <a:pt x="1295443" y="1259796"/>
                </a:cubicBezTo>
                <a:close/>
                <a:moveTo>
                  <a:pt x="1479098" y="1132301"/>
                </a:moveTo>
                <a:cubicBezTo>
                  <a:pt x="1494107" y="1226356"/>
                  <a:pt x="1531244" y="1288893"/>
                  <a:pt x="1566965" y="1323273"/>
                </a:cubicBezTo>
                <a:lnTo>
                  <a:pt x="1570641" y="1325958"/>
                </a:lnTo>
                <a:lnTo>
                  <a:pt x="1571194" y="1326714"/>
                </a:lnTo>
                <a:lnTo>
                  <a:pt x="1588919" y="1339314"/>
                </a:lnTo>
                <a:lnTo>
                  <a:pt x="1601342" y="1348391"/>
                </a:lnTo>
                <a:lnTo>
                  <a:pt x="1615804" y="1352029"/>
                </a:lnTo>
                <a:lnTo>
                  <a:pt x="1632420" y="1356843"/>
                </a:lnTo>
                <a:cubicBezTo>
                  <a:pt x="1653575" y="1358996"/>
                  <a:pt x="1673804" y="1353092"/>
                  <a:pt x="1688092" y="1338617"/>
                </a:cubicBezTo>
                <a:cubicBezTo>
                  <a:pt x="1702381" y="1324143"/>
                  <a:pt x="1708025" y="1303839"/>
                  <a:pt x="1705598" y="1282715"/>
                </a:cubicBezTo>
                <a:lnTo>
                  <a:pt x="1700569" y="1266156"/>
                </a:lnTo>
                <a:lnTo>
                  <a:pt x="1696746" y="1251749"/>
                </a:lnTo>
                <a:lnTo>
                  <a:pt x="1687517" y="1239455"/>
                </a:lnTo>
                <a:lnTo>
                  <a:pt x="1674683" y="1221882"/>
                </a:lnTo>
                <a:lnTo>
                  <a:pt x="1673920" y="1221340"/>
                </a:lnTo>
                <a:lnTo>
                  <a:pt x="1671188" y="1217698"/>
                </a:lnTo>
                <a:cubicBezTo>
                  <a:pt x="1636351" y="1182424"/>
                  <a:pt x="1573340" y="1146096"/>
                  <a:pt x="1479098" y="1132301"/>
                </a:cubicBezTo>
                <a:close/>
                <a:moveTo>
                  <a:pt x="1635177" y="840714"/>
                </a:moveTo>
                <a:cubicBezTo>
                  <a:pt x="1585600" y="840474"/>
                  <a:pt x="1515384" y="859438"/>
                  <a:pt x="1439069" y="916430"/>
                </a:cubicBezTo>
                <a:cubicBezTo>
                  <a:pt x="1516269" y="972218"/>
                  <a:pt x="1586772" y="990079"/>
                  <a:pt x="1636338" y="989061"/>
                </a:cubicBezTo>
                <a:lnTo>
                  <a:pt x="1640837" y="988354"/>
                </a:lnTo>
                <a:lnTo>
                  <a:pt x="1641761" y="988497"/>
                </a:lnTo>
                <a:lnTo>
                  <a:pt x="1663197" y="984843"/>
                </a:lnTo>
                <a:lnTo>
                  <a:pt x="1678400" y="982456"/>
                </a:lnTo>
                <a:lnTo>
                  <a:pt x="1691188" y="974785"/>
                </a:lnTo>
                <a:lnTo>
                  <a:pt x="1706329" y="966417"/>
                </a:lnTo>
                <a:cubicBezTo>
                  <a:pt x="1722791" y="952959"/>
                  <a:pt x="1732892" y="934467"/>
                  <a:pt x="1732734" y="914128"/>
                </a:cubicBezTo>
                <a:cubicBezTo>
                  <a:pt x="1732574" y="893789"/>
                  <a:pt x="1722183" y="875456"/>
                  <a:pt x="1705511" y="862258"/>
                </a:cubicBezTo>
                <a:lnTo>
                  <a:pt x="1690252" y="854136"/>
                </a:lnTo>
                <a:lnTo>
                  <a:pt x="1677334" y="846660"/>
                </a:lnTo>
                <a:lnTo>
                  <a:pt x="1662065" y="844507"/>
                </a:lnTo>
                <a:lnTo>
                  <a:pt x="1640607" y="841194"/>
                </a:lnTo>
                <a:lnTo>
                  <a:pt x="1639687" y="841351"/>
                </a:lnTo>
                <a:close/>
                <a:moveTo>
                  <a:pt x="1087989" y="815531"/>
                </a:moveTo>
                <a:cubicBezTo>
                  <a:pt x="1028342" y="815531"/>
                  <a:pt x="979989" y="863884"/>
                  <a:pt x="979989" y="923531"/>
                </a:cubicBezTo>
                <a:cubicBezTo>
                  <a:pt x="979989" y="983178"/>
                  <a:pt x="1028342" y="1031531"/>
                  <a:pt x="1087989" y="1031531"/>
                </a:cubicBezTo>
                <a:cubicBezTo>
                  <a:pt x="1147636" y="1031531"/>
                  <a:pt x="1195989" y="983178"/>
                  <a:pt x="1195989" y="923531"/>
                </a:cubicBezTo>
                <a:cubicBezTo>
                  <a:pt x="1195989" y="863884"/>
                  <a:pt x="1147636" y="815531"/>
                  <a:pt x="1087989" y="815531"/>
                </a:cubicBezTo>
                <a:close/>
                <a:moveTo>
                  <a:pt x="1457147" y="496734"/>
                </a:moveTo>
                <a:lnTo>
                  <a:pt x="1440603" y="501757"/>
                </a:lnTo>
                <a:lnTo>
                  <a:pt x="1426182" y="505584"/>
                </a:lnTo>
                <a:lnTo>
                  <a:pt x="1413865" y="514829"/>
                </a:lnTo>
                <a:lnTo>
                  <a:pt x="1396315" y="527648"/>
                </a:lnTo>
                <a:lnTo>
                  <a:pt x="1395774" y="528409"/>
                </a:lnTo>
                <a:lnTo>
                  <a:pt x="1392131" y="531143"/>
                </a:lnTo>
                <a:cubicBezTo>
                  <a:pt x="1356857" y="565980"/>
                  <a:pt x="1320528" y="628989"/>
                  <a:pt x="1306733" y="723231"/>
                </a:cubicBezTo>
                <a:cubicBezTo>
                  <a:pt x="1400790" y="708223"/>
                  <a:pt x="1463325" y="671086"/>
                  <a:pt x="1497705" y="635365"/>
                </a:cubicBezTo>
                <a:lnTo>
                  <a:pt x="1500391" y="631687"/>
                </a:lnTo>
                <a:lnTo>
                  <a:pt x="1501147" y="631137"/>
                </a:lnTo>
                <a:lnTo>
                  <a:pt x="1513745" y="613413"/>
                </a:lnTo>
                <a:lnTo>
                  <a:pt x="1522824" y="600988"/>
                </a:lnTo>
                <a:lnTo>
                  <a:pt x="1526462" y="586526"/>
                </a:lnTo>
                <a:lnTo>
                  <a:pt x="1531274" y="569910"/>
                </a:lnTo>
                <a:cubicBezTo>
                  <a:pt x="1533428" y="548755"/>
                  <a:pt x="1527523" y="528528"/>
                  <a:pt x="1513050" y="514238"/>
                </a:cubicBezTo>
                <a:cubicBezTo>
                  <a:pt x="1498575" y="499950"/>
                  <a:pt x="1478272" y="494307"/>
                  <a:pt x="1457147" y="496734"/>
                </a:cubicBezTo>
                <a:close/>
                <a:moveTo>
                  <a:pt x="699675" y="411629"/>
                </a:moveTo>
                <a:cubicBezTo>
                  <a:pt x="678521" y="409474"/>
                  <a:pt x="658291" y="415380"/>
                  <a:pt x="644004" y="429853"/>
                </a:cubicBezTo>
                <a:cubicBezTo>
                  <a:pt x="629715" y="444327"/>
                  <a:pt x="624071" y="464630"/>
                  <a:pt x="626499" y="485754"/>
                </a:cubicBezTo>
                <a:lnTo>
                  <a:pt x="631537" y="502346"/>
                </a:lnTo>
                <a:lnTo>
                  <a:pt x="635352" y="516719"/>
                </a:lnTo>
                <a:lnTo>
                  <a:pt x="644536" y="528956"/>
                </a:lnTo>
                <a:lnTo>
                  <a:pt x="657414" y="546588"/>
                </a:lnTo>
                <a:lnTo>
                  <a:pt x="658180" y="547131"/>
                </a:lnTo>
                <a:lnTo>
                  <a:pt x="660910" y="550770"/>
                </a:lnTo>
                <a:cubicBezTo>
                  <a:pt x="695747" y="586046"/>
                  <a:pt x="758757" y="622373"/>
                  <a:pt x="852999" y="636168"/>
                </a:cubicBezTo>
                <a:cubicBezTo>
                  <a:pt x="837991" y="542111"/>
                  <a:pt x="800853" y="479576"/>
                  <a:pt x="765133" y="445196"/>
                </a:cubicBezTo>
                <a:lnTo>
                  <a:pt x="761447" y="442503"/>
                </a:lnTo>
                <a:lnTo>
                  <a:pt x="760902" y="441757"/>
                </a:lnTo>
                <a:lnTo>
                  <a:pt x="743387" y="429308"/>
                </a:lnTo>
                <a:lnTo>
                  <a:pt x="730754" y="420078"/>
                </a:lnTo>
                <a:lnTo>
                  <a:pt x="716221" y="416422"/>
                </a:lnTo>
                <a:close/>
                <a:moveTo>
                  <a:pt x="1113478" y="301879"/>
                </a:moveTo>
                <a:cubicBezTo>
                  <a:pt x="1093139" y="301981"/>
                  <a:pt x="1074778" y="312321"/>
                  <a:pt x="1061533" y="328956"/>
                </a:cubicBezTo>
                <a:lnTo>
                  <a:pt x="1053376" y="344175"/>
                </a:lnTo>
                <a:lnTo>
                  <a:pt x="1045855" y="357088"/>
                </a:lnTo>
                <a:lnTo>
                  <a:pt x="1043653" y="372396"/>
                </a:lnTo>
                <a:lnTo>
                  <a:pt x="1040287" y="393802"/>
                </a:lnTo>
                <a:lnTo>
                  <a:pt x="1040441" y="394721"/>
                </a:lnTo>
                <a:lnTo>
                  <a:pt x="1039792" y="399231"/>
                </a:lnTo>
                <a:cubicBezTo>
                  <a:pt x="1039413" y="448806"/>
                  <a:pt x="1058182" y="519075"/>
                  <a:pt x="1114960" y="595548"/>
                </a:cubicBezTo>
                <a:cubicBezTo>
                  <a:pt x="1170963" y="518505"/>
                  <a:pt x="1189021" y="448051"/>
                  <a:pt x="1188142" y="398481"/>
                </a:cubicBezTo>
                <a:lnTo>
                  <a:pt x="1187448" y="393983"/>
                </a:lnTo>
                <a:lnTo>
                  <a:pt x="1187593" y="393058"/>
                </a:lnTo>
                <a:lnTo>
                  <a:pt x="1183997" y="371599"/>
                </a:lnTo>
                <a:lnTo>
                  <a:pt x="1181653" y="356403"/>
                </a:lnTo>
                <a:lnTo>
                  <a:pt x="1174015" y="343589"/>
                </a:lnTo>
                <a:lnTo>
                  <a:pt x="1165694" y="328430"/>
                </a:lnTo>
                <a:cubicBezTo>
                  <a:pt x="1152282" y="311931"/>
                  <a:pt x="1133817" y="301776"/>
                  <a:pt x="1113478" y="301879"/>
                </a:cubicBezTo>
                <a:close/>
                <a:moveTo>
                  <a:pt x="1004859" y="0"/>
                </a:moveTo>
                <a:cubicBezTo>
                  <a:pt x="1559827" y="-1"/>
                  <a:pt x="2009718" y="444533"/>
                  <a:pt x="2009718" y="992893"/>
                </a:cubicBezTo>
                <a:cubicBezTo>
                  <a:pt x="2009718" y="1541253"/>
                  <a:pt x="1559827" y="1985788"/>
                  <a:pt x="1004859" y="1985788"/>
                </a:cubicBezTo>
                <a:cubicBezTo>
                  <a:pt x="449891" y="1985788"/>
                  <a:pt x="0" y="1541253"/>
                  <a:pt x="0" y="992893"/>
                </a:cubicBezTo>
                <a:cubicBezTo>
                  <a:pt x="0" y="444533"/>
                  <a:pt x="449891" y="0"/>
                  <a:pt x="100485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5" name="Freeform 284">
            <a:extLst>
              <a:ext uri="{FF2B5EF4-FFF2-40B4-BE49-F238E27FC236}">
                <a16:creationId xmlns:a16="http://schemas.microsoft.com/office/drawing/2014/main" id="{A86E9B77-B2DC-6D4A-7B79-48C1034AC4A9}"/>
              </a:ext>
            </a:extLst>
          </p:cNvPr>
          <p:cNvSpPr/>
          <p:nvPr/>
        </p:nvSpPr>
        <p:spPr>
          <a:xfrm>
            <a:off x="6971597" y="4324530"/>
            <a:ext cx="2009717" cy="1985789"/>
          </a:xfrm>
          <a:custGeom>
            <a:avLst/>
            <a:gdLst>
              <a:gd name="csX0" fmla="*/ 1120992 w 2009717"/>
              <a:gd name="csY0" fmla="*/ 1411380 h 1985789"/>
              <a:gd name="csX1" fmla="*/ 1045823 w 2009717"/>
              <a:gd name="csY1" fmla="*/ 1607697 h 1985789"/>
              <a:gd name="csX2" fmla="*/ 1046473 w 2009717"/>
              <a:gd name="csY2" fmla="*/ 1612208 h 1985789"/>
              <a:gd name="csX3" fmla="*/ 1046319 w 2009717"/>
              <a:gd name="csY3" fmla="*/ 1613127 h 1985789"/>
              <a:gd name="csX4" fmla="*/ 1049687 w 2009717"/>
              <a:gd name="csY4" fmla="*/ 1634546 h 1985789"/>
              <a:gd name="csX5" fmla="*/ 1051887 w 2009717"/>
              <a:gd name="csY5" fmla="*/ 1649840 h 1985789"/>
              <a:gd name="csX6" fmla="*/ 1059401 w 2009717"/>
              <a:gd name="csY6" fmla="*/ 1662738 h 1985789"/>
              <a:gd name="csX7" fmla="*/ 1067564 w 2009717"/>
              <a:gd name="csY7" fmla="*/ 1677973 h 1985789"/>
              <a:gd name="csX8" fmla="*/ 1119510 w 2009717"/>
              <a:gd name="csY8" fmla="*/ 1705051 h 1985789"/>
              <a:gd name="csX9" fmla="*/ 1171726 w 2009717"/>
              <a:gd name="csY9" fmla="*/ 1678499 h 1985789"/>
              <a:gd name="csX10" fmla="*/ 1180057 w 2009717"/>
              <a:gd name="csY10" fmla="*/ 1663324 h 1985789"/>
              <a:gd name="csX11" fmla="*/ 1187685 w 2009717"/>
              <a:gd name="csY11" fmla="*/ 1650526 h 1985789"/>
              <a:gd name="csX12" fmla="*/ 1190027 w 2009717"/>
              <a:gd name="csY12" fmla="*/ 1635343 h 1985789"/>
              <a:gd name="csX13" fmla="*/ 1193626 w 2009717"/>
              <a:gd name="csY13" fmla="*/ 1613872 h 1985789"/>
              <a:gd name="csX14" fmla="*/ 1193480 w 2009717"/>
              <a:gd name="csY14" fmla="*/ 1612947 h 1985789"/>
              <a:gd name="csX15" fmla="*/ 1194174 w 2009717"/>
              <a:gd name="csY15" fmla="*/ 1608446 h 1985789"/>
              <a:gd name="csX16" fmla="*/ 1120992 w 2009717"/>
              <a:gd name="csY16" fmla="*/ 1411380 h 1985789"/>
              <a:gd name="csX17" fmla="*/ 859031 w 2009717"/>
              <a:gd name="csY17" fmla="*/ 1370758 h 1985789"/>
              <a:gd name="csX18" fmla="*/ 666942 w 2009717"/>
              <a:gd name="csY18" fmla="*/ 1456156 h 1985789"/>
              <a:gd name="csX19" fmla="*/ 664210 w 2009717"/>
              <a:gd name="csY19" fmla="*/ 1459795 h 1985789"/>
              <a:gd name="csX20" fmla="*/ 663446 w 2009717"/>
              <a:gd name="csY20" fmla="*/ 1460339 h 1985789"/>
              <a:gd name="csX21" fmla="*/ 650570 w 2009717"/>
              <a:gd name="csY21" fmla="*/ 1477967 h 1985789"/>
              <a:gd name="csX22" fmla="*/ 641383 w 2009717"/>
              <a:gd name="csY22" fmla="*/ 1490206 h 1985789"/>
              <a:gd name="csX23" fmla="*/ 637569 w 2009717"/>
              <a:gd name="csY23" fmla="*/ 1504581 h 1985789"/>
              <a:gd name="csX24" fmla="*/ 632531 w 2009717"/>
              <a:gd name="csY24" fmla="*/ 1521172 h 1985789"/>
              <a:gd name="csX25" fmla="*/ 650036 w 2009717"/>
              <a:gd name="csY25" fmla="*/ 1577074 h 1985789"/>
              <a:gd name="csX26" fmla="*/ 705707 w 2009717"/>
              <a:gd name="csY26" fmla="*/ 1595297 h 1985789"/>
              <a:gd name="csX27" fmla="*/ 722253 w 2009717"/>
              <a:gd name="csY27" fmla="*/ 1590505 h 1985789"/>
              <a:gd name="csX28" fmla="*/ 736787 w 2009717"/>
              <a:gd name="csY28" fmla="*/ 1586848 h 1985789"/>
              <a:gd name="csX29" fmla="*/ 749410 w 2009717"/>
              <a:gd name="csY29" fmla="*/ 1577625 h 1985789"/>
              <a:gd name="csX30" fmla="*/ 766933 w 2009717"/>
              <a:gd name="csY30" fmla="*/ 1565170 h 1985789"/>
              <a:gd name="csX31" fmla="*/ 767479 w 2009717"/>
              <a:gd name="csY31" fmla="*/ 1564423 h 1985789"/>
              <a:gd name="csX32" fmla="*/ 771165 w 2009717"/>
              <a:gd name="csY32" fmla="*/ 1561730 h 1985789"/>
              <a:gd name="csX33" fmla="*/ 859031 w 2009717"/>
              <a:gd name="csY33" fmla="*/ 1370758 h 1985789"/>
              <a:gd name="csX34" fmla="*/ 1312764 w 2009717"/>
              <a:gd name="csY34" fmla="*/ 1283694 h 1985789"/>
              <a:gd name="csX35" fmla="*/ 1398162 w 2009717"/>
              <a:gd name="csY35" fmla="*/ 1475784 h 1985789"/>
              <a:gd name="csX36" fmla="*/ 1401801 w 2009717"/>
              <a:gd name="csY36" fmla="*/ 1478515 h 1985789"/>
              <a:gd name="csX37" fmla="*/ 1402345 w 2009717"/>
              <a:gd name="csY37" fmla="*/ 1479280 h 1985789"/>
              <a:gd name="csX38" fmla="*/ 1419942 w 2009717"/>
              <a:gd name="csY38" fmla="*/ 1492133 h 1985789"/>
              <a:gd name="csX39" fmla="*/ 1432212 w 2009717"/>
              <a:gd name="csY39" fmla="*/ 1501341 h 1985789"/>
              <a:gd name="csX40" fmla="*/ 1446606 w 2009717"/>
              <a:gd name="csY40" fmla="*/ 1505162 h 1985789"/>
              <a:gd name="csX41" fmla="*/ 1463178 w 2009717"/>
              <a:gd name="csY41" fmla="*/ 1510194 h 1985789"/>
              <a:gd name="csX42" fmla="*/ 1519080 w 2009717"/>
              <a:gd name="csY42" fmla="*/ 1492688 h 1985789"/>
              <a:gd name="csX43" fmla="*/ 1537304 w 2009717"/>
              <a:gd name="csY43" fmla="*/ 1437016 h 1985789"/>
              <a:gd name="csX44" fmla="*/ 1532494 w 2009717"/>
              <a:gd name="csY44" fmla="*/ 1420408 h 1985789"/>
              <a:gd name="csX45" fmla="*/ 1528854 w 2009717"/>
              <a:gd name="csY45" fmla="*/ 1405938 h 1985789"/>
              <a:gd name="csX46" fmla="*/ 1519746 w 2009717"/>
              <a:gd name="csY46" fmla="*/ 1393475 h 1985789"/>
              <a:gd name="csX47" fmla="*/ 1507176 w 2009717"/>
              <a:gd name="csY47" fmla="*/ 1375791 h 1985789"/>
              <a:gd name="csX48" fmla="*/ 1506422 w 2009717"/>
              <a:gd name="csY48" fmla="*/ 1375240 h 1985789"/>
              <a:gd name="csX49" fmla="*/ 1503735 w 2009717"/>
              <a:gd name="csY49" fmla="*/ 1371561 h 1985789"/>
              <a:gd name="csX50" fmla="*/ 1312764 w 2009717"/>
              <a:gd name="csY50" fmla="*/ 1283694 h 1985789"/>
              <a:gd name="csX51" fmla="*/ 1642370 w 2009717"/>
              <a:gd name="csY51" fmla="*/ 1017866 h 1985789"/>
              <a:gd name="csX52" fmla="*/ 1445100 w 2009717"/>
              <a:gd name="csY52" fmla="*/ 1090496 h 1985789"/>
              <a:gd name="csX53" fmla="*/ 1641209 w 2009717"/>
              <a:gd name="csY53" fmla="*/ 1166212 h 1985789"/>
              <a:gd name="csX54" fmla="*/ 1645715 w 2009717"/>
              <a:gd name="csY54" fmla="*/ 1165576 h 1985789"/>
              <a:gd name="csX55" fmla="*/ 1646638 w 2009717"/>
              <a:gd name="csY55" fmla="*/ 1165733 h 1985789"/>
              <a:gd name="csX56" fmla="*/ 1668157 w 2009717"/>
              <a:gd name="csY56" fmla="*/ 1162411 h 1985789"/>
              <a:gd name="csX57" fmla="*/ 1683366 w 2009717"/>
              <a:gd name="csY57" fmla="*/ 1160266 h 1985789"/>
              <a:gd name="csX58" fmla="*/ 1696266 w 2009717"/>
              <a:gd name="csY58" fmla="*/ 1152800 h 1985789"/>
              <a:gd name="csX59" fmla="*/ 1711543 w 2009717"/>
              <a:gd name="csY59" fmla="*/ 1144669 h 1985789"/>
              <a:gd name="csX60" fmla="*/ 1738764 w 2009717"/>
              <a:gd name="csY60" fmla="*/ 1092799 h 1985789"/>
              <a:gd name="csX61" fmla="*/ 1712359 w 2009717"/>
              <a:gd name="csY61" fmla="*/ 1040510 h 1985789"/>
              <a:gd name="csX62" fmla="*/ 1697238 w 2009717"/>
              <a:gd name="csY62" fmla="*/ 1032153 h 1985789"/>
              <a:gd name="csX63" fmla="*/ 1684431 w 2009717"/>
              <a:gd name="csY63" fmla="*/ 1024471 h 1985789"/>
              <a:gd name="csX64" fmla="*/ 1669149 w 2009717"/>
              <a:gd name="csY64" fmla="*/ 1022070 h 1985789"/>
              <a:gd name="csX65" fmla="*/ 1647792 w 2009717"/>
              <a:gd name="csY65" fmla="*/ 1018430 h 1985789"/>
              <a:gd name="csX66" fmla="*/ 1646871 w 2009717"/>
              <a:gd name="csY66" fmla="*/ 1018571 h 1985789"/>
              <a:gd name="csX67" fmla="*/ 1087986 w 2009717"/>
              <a:gd name="csY67" fmla="*/ 942283 h 1985789"/>
              <a:gd name="csX68" fmla="*/ 979986 w 2009717"/>
              <a:gd name="csY68" fmla="*/ 1050283 h 1985789"/>
              <a:gd name="csX69" fmla="*/ 1087986 w 2009717"/>
              <a:gd name="csY69" fmla="*/ 1158283 h 1985789"/>
              <a:gd name="csX70" fmla="*/ 1195986 w 2009717"/>
              <a:gd name="csY70" fmla="*/ 1050283 h 1985789"/>
              <a:gd name="csX71" fmla="*/ 1087986 w 2009717"/>
              <a:gd name="csY71" fmla="*/ 942283 h 1985789"/>
              <a:gd name="csX72" fmla="*/ 1638452 w 2009717"/>
              <a:gd name="csY72" fmla="*/ 650085 h 1985789"/>
              <a:gd name="csX73" fmla="*/ 1621838 w 2009717"/>
              <a:gd name="csY73" fmla="*/ 654898 h 1985789"/>
              <a:gd name="csX74" fmla="*/ 1607374 w 2009717"/>
              <a:gd name="csY74" fmla="*/ 658536 h 1985789"/>
              <a:gd name="csX75" fmla="*/ 1594954 w 2009717"/>
              <a:gd name="csY75" fmla="*/ 667612 h 1985789"/>
              <a:gd name="csX76" fmla="*/ 1577225 w 2009717"/>
              <a:gd name="csY76" fmla="*/ 680213 h 1985789"/>
              <a:gd name="csX77" fmla="*/ 1576672 w 2009717"/>
              <a:gd name="csY77" fmla="*/ 680970 h 1985789"/>
              <a:gd name="csX78" fmla="*/ 1572996 w 2009717"/>
              <a:gd name="csY78" fmla="*/ 683655 h 1985789"/>
              <a:gd name="csX79" fmla="*/ 1485129 w 2009717"/>
              <a:gd name="csY79" fmla="*/ 874627 h 1985789"/>
              <a:gd name="csX80" fmla="*/ 1677219 w 2009717"/>
              <a:gd name="csY80" fmla="*/ 789229 h 1985789"/>
              <a:gd name="csX81" fmla="*/ 1679951 w 2009717"/>
              <a:gd name="csY81" fmla="*/ 785588 h 1985789"/>
              <a:gd name="csX82" fmla="*/ 1680715 w 2009717"/>
              <a:gd name="csY82" fmla="*/ 785045 h 1985789"/>
              <a:gd name="csX83" fmla="*/ 1693552 w 2009717"/>
              <a:gd name="csY83" fmla="*/ 767470 h 1985789"/>
              <a:gd name="csX84" fmla="*/ 1702778 w 2009717"/>
              <a:gd name="csY84" fmla="*/ 755179 h 1985789"/>
              <a:gd name="csX85" fmla="*/ 1706599 w 2009717"/>
              <a:gd name="csY85" fmla="*/ 740771 h 1985789"/>
              <a:gd name="csX86" fmla="*/ 1711628 w 2009717"/>
              <a:gd name="csY86" fmla="*/ 724212 h 1985789"/>
              <a:gd name="csX87" fmla="*/ 1694123 w 2009717"/>
              <a:gd name="csY87" fmla="*/ 668310 h 1985789"/>
              <a:gd name="csX88" fmla="*/ 1638452 w 2009717"/>
              <a:gd name="csY88" fmla="*/ 650085 h 1985789"/>
              <a:gd name="csX89" fmla="*/ 1336553 w 2009717"/>
              <a:gd name="csY89" fmla="*/ 455559 h 1985789"/>
              <a:gd name="csX90" fmla="*/ 1281642 w 2009717"/>
              <a:gd name="csY90" fmla="*/ 475961 h 1985789"/>
              <a:gd name="csX91" fmla="*/ 1271647 w 2009717"/>
              <a:gd name="csY91" fmla="*/ 490058 h 1985789"/>
              <a:gd name="csX92" fmla="*/ 1262586 w 2009717"/>
              <a:gd name="csY92" fmla="*/ 501923 h 1985789"/>
              <a:gd name="csX93" fmla="*/ 1258505 w 2009717"/>
              <a:gd name="csY93" fmla="*/ 516803 h 1985789"/>
              <a:gd name="csX94" fmla="*/ 1252491 w 2009717"/>
              <a:gd name="csY94" fmla="*/ 537658 h 1985789"/>
              <a:gd name="csX95" fmla="*/ 1252529 w 2009717"/>
              <a:gd name="csY95" fmla="*/ 538591 h 1985789"/>
              <a:gd name="csX96" fmla="*/ 1251325 w 2009717"/>
              <a:gd name="csY96" fmla="*/ 542983 h 1985789"/>
              <a:gd name="csX97" fmla="*/ 1301475 w 2009717"/>
              <a:gd name="csY97" fmla="*/ 747130 h 1985789"/>
              <a:gd name="csX98" fmla="*/ 1398613 w 2009717"/>
              <a:gd name="csY98" fmla="*/ 560703 h 1985789"/>
              <a:gd name="csX99" fmla="*/ 1398485 w 2009717"/>
              <a:gd name="csY99" fmla="*/ 556151 h 1985789"/>
              <a:gd name="csX100" fmla="*/ 1398744 w 2009717"/>
              <a:gd name="csY100" fmla="*/ 555254 h 1985789"/>
              <a:gd name="csX101" fmla="*/ 1397848 w 2009717"/>
              <a:gd name="csY101" fmla="*/ 533543 h 1985789"/>
              <a:gd name="csX102" fmla="*/ 1397413 w 2009717"/>
              <a:gd name="csY102" fmla="*/ 518144 h 1985789"/>
              <a:gd name="csX103" fmla="*/ 1391427 w 2009717"/>
              <a:gd name="csY103" fmla="*/ 504478 h 1985789"/>
              <a:gd name="csX104" fmla="*/ 1385058 w 2009717"/>
              <a:gd name="csY104" fmla="*/ 488403 h 1985789"/>
              <a:gd name="csX105" fmla="*/ 1336553 w 2009717"/>
              <a:gd name="csY105" fmla="*/ 455559 h 1985789"/>
              <a:gd name="csX106" fmla="*/ 1004859 w 2009717"/>
              <a:gd name="csY106" fmla="*/ 0 h 1985789"/>
              <a:gd name="csX107" fmla="*/ 2009717 w 2009717"/>
              <a:gd name="csY107" fmla="*/ 992894 h 1985789"/>
              <a:gd name="csX108" fmla="*/ 1004858 w 2009717"/>
              <a:gd name="csY108" fmla="*/ 1985789 h 1985789"/>
              <a:gd name="csX109" fmla="*/ 0 w 2009717"/>
              <a:gd name="csY109" fmla="*/ 992895 h 1985789"/>
              <a:gd name="csX110" fmla="*/ 1004859 w 2009717"/>
              <a:gd name="csY110" fmla="*/ 0 h 19857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</a:cxnLst>
            <a:rect l="l" t="t" r="r" b="b"/>
            <a:pathLst>
              <a:path w="2009717" h="1985789">
                <a:moveTo>
                  <a:pt x="1120992" y="1411380"/>
                </a:moveTo>
                <a:cubicBezTo>
                  <a:pt x="1064214" y="1487853"/>
                  <a:pt x="1045445" y="1558121"/>
                  <a:pt x="1045823" y="1607697"/>
                </a:cubicBezTo>
                <a:lnTo>
                  <a:pt x="1046473" y="1612208"/>
                </a:lnTo>
                <a:lnTo>
                  <a:pt x="1046319" y="1613127"/>
                </a:lnTo>
                <a:lnTo>
                  <a:pt x="1049687" y="1634546"/>
                </a:lnTo>
                <a:lnTo>
                  <a:pt x="1051887" y="1649840"/>
                </a:lnTo>
                <a:lnTo>
                  <a:pt x="1059401" y="1662738"/>
                </a:lnTo>
                <a:lnTo>
                  <a:pt x="1067564" y="1677973"/>
                </a:lnTo>
                <a:cubicBezTo>
                  <a:pt x="1080810" y="1694608"/>
                  <a:pt x="1099171" y="1704948"/>
                  <a:pt x="1119510" y="1705051"/>
                </a:cubicBezTo>
                <a:cubicBezTo>
                  <a:pt x="1139849" y="1705154"/>
                  <a:pt x="1158313" y="1694999"/>
                  <a:pt x="1171726" y="1678499"/>
                </a:cubicBezTo>
                <a:lnTo>
                  <a:pt x="1180057" y="1663324"/>
                </a:lnTo>
                <a:lnTo>
                  <a:pt x="1187685" y="1650526"/>
                </a:lnTo>
                <a:lnTo>
                  <a:pt x="1190027" y="1635343"/>
                </a:lnTo>
                <a:lnTo>
                  <a:pt x="1193626" y="1613872"/>
                </a:lnTo>
                <a:lnTo>
                  <a:pt x="1193480" y="1612947"/>
                </a:lnTo>
                <a:lnTo>
                  <a:pt x="1194174" y="1608446"/>
                </a:lnTo>
                <a:cubicBezTo>
                  <a:pt x="1195053" y="1558876"/>
                  <a:pt x="1176995" y="1488422"/>
                  <a:pt x="1120992" y="1411380"/>
                </a:cubicBezTo>
                <a:close/>
                <a:moveTo>
                  <a:pt x="859031" y="1370758"/>
                </a:moveTo>
                <a:cubicBezTo>
                  <a:pt x="764789" y="1384552"/>
                  <a:pt x="701779" y="1420882"/>
                  <a:pt x="666942" y="1456156"/>
                </a:cubicBezTo>
                <a:lnTo>
                  <a:pt x="664210" y="1459795"/>
                </a:lnTo>
                <a:lnTo>
                  <a:pt x="663446" y="1460339"/>
                </a:lnTo>
                <a:lnTo>
                  <a:pt x="650570" y="1477967"/>
                </a:lnTo>
                <a:lnTo>
                  <a:pt x="641383" y="1490206"/>
                </a:lnTo>
                <a:lnTo>
                  <a:pt x="637569" y="1504581"/>
                </a:lnTo>
                <a:lnTo>
                  <a:pt x="632531" y="1521172"/>
                </a:lnTo>
                <a:cubicBezTo>
                  <a:pt x="630105" y="1542297"/>
                  <a:pt x="635748" y="1562599"/>
                  <a:pt x="650036" y="1577074"/>
                </a:cubicBezTo>
                <a:cubicBezTo>
                  <a:pt x="664324" y="1591548"/>
                  <a:pt x="684552" y="1597452"/>
                  <a:pt x="705707" y="1595297"/>
                </a:cubicBezTo>
                <a:lnTo>
                  <a:pt x="722253" y="1590505"/>
                </a:lnTo>
                <a:lnTo>
                  <a:pt x="736787" y="1586848"/>
                </a:lnTo>
                <a:lnTo>
                  <a:pt x="749410" y="1577625"/>
                </a:lnTo>
                <a:lnTo>
                  <a:pt x="766933" y="1565170"/>
                </a:lnTo>
                <a:lnTo>
                  <a:pt x="767479" y="1564423"/>
                </a:lnTo>
                <a:lnTo>
                  <a:pt x="771165" y="1561730"/>
                </a:lnTo>
                <a:cubicBezTo>
                  <a:pt x="806885" y="1527351"/>
                  <a:pt x="844023" y="1464815"/>
                  <a:pt x="859031" y="1370758"/>
                </a:cubicBezTo>
                <a:close/>
                <a:moveTo>
                  <a:pt x="1312764" y="1283694"/>
                </a:moveTo>
                <a:cubicBezTo>
                  <a:pt x="1326557" y="1377937"/>
                  <a:pt x="1362887" y="1440946"/>
                  <a:pt x="1398162" y="1475784"/>
                </a:cubicBezTo>
                <a:lnTo>
                  <a:pt x="1401801" y="1478515"/>
                </a:lnTo>
                <a:lnTo>
                  <a:pt x="1402345" y="1479280"/>
                </a:lnTo>
                <a:lnTo>
                  <a:pt x="1419942" y="1492133"/>
                </a:lnTo>
                <a:lnTo>
                  <a:pt x="1432212" y="1501341"/>
                </a:lnTo>
                <a:lnTo>
                  <a:pt x="1446606" y="1505162"/>
                </a:lnTo>
                <a:lnTo>
                  <a:pt x="1463178" y="1510194"/>
                </a:lnTo>
                <a:cubicBezTo>
                  <a:pt x="1484303" y="1512621"/>
                  <a:pt x="1504605" y="1506978"/>
                  <a:pt x="1519080" y="1492688"/>
                </a:cubicBezTo>
                <a:cubicBezTo>
                  <a:pt x="1533553" y="1478400"/>
                  <a:pt x="1539459" y="1458171"/>
                  <a:pt x="1537304" y="1437016"/>
                </a:cubicBezTo>
                <a:lnTo>
                  <a:pt x="1532494" y="1420408"/>
                </a:lnTo>
                <a:lnTo>
                  <a:pt x="1528854" y="1405938"/>
                </a:lnTo>
                <a:lnTo>
                  <a:pt x="1519746" y="1393475"/>
                </a:lnTo>
                <a:lnTo>
                  <a:pt x="1507176" y="1375791"/>
                </a:lnTo>
                <a:lnTo>
                  <a:pt x="1506422" y="1375240"/>
                </a:lnTo>
                <a:lnTo>
                  <a:pt x="1503735" y="1371561"/>
                </a:lnTo>
                <a:cubicBezTo>
                  <a:pt x="1469355" y="1335841"/>
                  <a:pt x="1406819" y="1298703"/>
                  <a:pt x="1312764" y="1283694"/>
                </a:cubicBezTo>
                <a:close/>
                <a:moveTo>
                  <a:pt x="1642370" y="1017866"/>
                </a:moveTo>
                <a:cubicBezTo>
                  <a:pt x="1592802" y="1016847"/>
                  <a:pt x="1522299" y="1034709"/>
                  <a:pt x="1445100" y="1090496"/>
                </a:cubicBezTo>
                <a:cubicBezTo>
                  <a:pt x="1521416" y="1147487"/>
                  <a:pt x="1591630" y="1166453"/>
                  <a:pt x="1641209" y="1166212"/>
                </a:cubicBezTo>
                <a:lnTo>
                  <a:pt x="1645715" y="1165576"/>
                </a:lnTo>
                <a:lnTo>
                  <a:pt x="1646638" y="1165733"/>
                </a:lnTo>
                <a:lnTo>
                  <a:pt x="1668157" y="1162411"/>
                </a:lnTo>
                <a:lnTo>
                  <a:pt x="1683366" y="1160266"/>
                </a:lnTo>
                <a:lnTo>
                  <a:pt x="1696266" y="1152800"/>
                </a:lnTo>
                <a:lnTo>
                  <a:pt x="1711543" y="1144669"/>
                </a:lnTo>
                <a:cubicBezTo>
                  <a:pt x="1728214" y="1131470"/>
                  <a:pt x="1738607" y="1113138"/>
                  <a:pt x="1738764" y="1092799"/>
                </a:cubicBezTo>
                <a:cubicBezTo>
                  <a:pt x="1738925" y="1072461"/>
                  <a:pt x="1728821" y="1053967"/>
                  <a:pt x="1712359" y="1040510"/>
                </a:cubicBezTo>
                <a:lnTo>
                  <a:pt x="1697238" y="1032153"/>
                </a:lnTo>
                <a:lnTo>
                  <a:pt x="1684431" y="1024471"/>
                </a:lnTo>
                <a:lnTo>
                  <a:pt x="1669149" y="1022070"/>
                </a:lnTo>
                <a:lnTo>
                  <a:pt x="1647792" y="1018430"/>
                </a:lnTo>
                <a:lnTo>
                  <a:pt x="1646871" y="1018571"/>
                </a:lnTo>
                <a:close/>
                <a:moveTo>
                  <a:pt x="1087986" y="942283"/>
                </a:moveTo>
                <a:cubicBezTo>
                  <a:pt x="1028339" y="942283"/>
                  <a:pt x="979986" y="990636"/>
                  <a:pt x="979986" y="1050283"/>
                </a:cubicBezTo>
                <a:cubicBezTo>
                  <a:pt x="979986" y="1109930"/>
                  <a:pt x="1028339" y="1158283"/>
                  <a:pt x="1087986" y="1158283"/>
                </a:cubicBezTo>
                <a:cubicBezTo>
                  <a:pt x="1147633" y="1158283"/>
                  <a:pt x="1195986" y="1109930"/>
                  <a:pt x="1195986" y="1050283"/>
                </a:cubicBezTo>
                <a:cubicBezTo>
                  <a:pt x="1195986" y="990636"/>
                  <a:pt x="1147633" y="942283"/>
                  <a:pt x="1087986" y="942283"/>
                </a:cubicBezTo>
                <a:close/>
                <a:moveTo>
                  <a:pt x="1638452" y="650085"/>
                </a:moveTo>
                <a:lnTo>
                  <a:pt x="1621838" y="654898"/>
                </a:lnTo>
                <a:lnTo>
                  <a:pt x="1607374" y="658536"/>
                </a:lnTo>
                <a:lnTo>
                  <a:pt x="1594954" y="667612"/>
                </a:lnTo>
                <a:lnTo>
                  <a:pt x="1577225" y="680213"/>
                </a:lnTo>
                <a:lnTo>
                  <a:pt x="1576672" y="680970"/>
                </a:lnTo>
                <a:lnTo>
                  <a:pt x="1572996" y="683655"/>
                </a:lnTo>
                <a:cubicBezTo>
                  <a:pt x="1537276" y="718033"/>
                  <a:pt x="1500138" y="780571"/>
                  <a:pt x="1485129" y="874627"/>
                </a:cubicBezTo>
                <a:cubicBezTo>
                  <a:pt x="1579372" y="860832"/>
                  <a:pt x="1642383" y="824503"/>
                  <a:pt x="1677219" y="789229"/>
                </a:cubicBezTo>
                <a:lnTo>
                  <a:pt x="1679951" y="785588"/>
                </a:lnTo>
                <a:lnTo>
                  <a:pt x="1680715" y="785045"/>
                </a:lnTo>
                <a:lnTo>
                  <a:pt x="1693552" y="767470"/>
                </a:lnTo>
                <a:lnTo>
                  <a:pt x="1702778" y="755179"/>
                </a:lnTo>
                <a:lnTo>
                  <a:pt x="1706599" y="740771"/>
                </a:lnTo>
                <a:lnTo>
                  <a:pt x="1711628" y="724212"/>
                </a:lnTo>
                <a:cubicBezTo>
                  <a:pt x="1714056" y="703088"/>
                  <a:pt x="1708412" y="682786"/>
                  <a:pt x="1694123" y="668310"/>
                </a:cubicBezTo>
                <a:cubicBezTo>
                  <a:pt x="1679835" y="653836"/>
                  <a:pt x="1659605" y="647932"/>
                  <a:pt x="1638452" y="650085"/>
                </a:cubicBezTo>
                <a:close/>
                <a:moveTo>
                  <a:pt x="1336553" y="455559"/>
                </a:moveTo>
                <a:cubicBezTo>
                  <a:pt x="1316360" y="453129"/>
                  <a:pt x="1296853" y="461104"/>
                  <a:pt x="1281642" y="475961"/>
                </a:cubicBezTo>
                <a:lnTo>
                  <a:pt x="1271647" y="490058"/>
                </a:lnTo>
                <a:lnTo>
                  <a:pt x="1262586" y="501923"/>
                </a:lnTo>
                <a:lnTo>
                  <a:pt x="1258505" y="516803"/>
                </a:lnTo>
                <a:lnTo>
                  <a:pt x="1252491" y="537658"/>
                </a:lnTo>
                <a:lnTo>
                  <a:pt x="1252529" y="538591"/>
                </a:lnTo>
                <a:lnTo>
                  <a:pt x="1251325" y="542983"/>
                </a:lnTo>
                <a:cubicBezTo>
                  <a:pt x="1244778" y="592126"/>
                  <a:pt x="1254656" y="664185"/>
                  <a:pt x="1301475" y="747130"/>
                </a:cubicBezTo>
                <a:cubicBezTo>
                  <a:pt x="1366630" y="677656"/>
                  <a:pt x="1393317" y="609997"/>
                  <a:pt x="1398613" y="560703"/>
                </a:cubicBezTo>
                <a:lnTo>
                  <a:pt x="1398485" y="556151"/>
                </a:lnTo>
                <a:lnTo>
                  <a:pt x="1398744" y="555254"/>
                </a:lnTo>
                <a:lnTo>
                  <a:pt x="1397848" y="533543"/>
                </a:lnTo>
                <a:lnTo>
                  <a:pt x="1397413" y="518144"/>
                </a:lnTo>
                <a:lnTo>
                  <a:pt x="1391427" y="504478"/>
                </a:lnTo>
                <a:lnTo>
                  <a:pt x="1385058" y="488403"/>
                </a:lnTo>
                <a:cubicBezTo>
                  <a:pt x="1373804" y="470361"/>
                  <a:pt x="1356746" y="457988"/>
                  <a:pt x="1336553" y="455559"/>
                </a:cubicBezTo>
                <a:close/>
                <a:moveTo>
                  <a:pt x="1004859" y="0"/>
                </a:moveTo>
                <a:cubicBezTo>
                  <a:pt x="1559826" y="0"/>
                  <a:pt x="2009718" y="444534"/>
                  <a:pt x="2009717" y="992894"/>
                </a:cubicBezTo>
                <a:cubicBezTo>
                  <a:pt x="2009717" y="1541255"/>
                  <a:pt x="1559826" y="1985789"/>
                  <a:pt x="1004858" y="1985789"/>
                </a:cubicBezTo>
                <a:cubicBezTo>
                  <a:pt x="449891" y="1985789"/>
                  <a:pt x="-1" y="1541255"/>
                  <a:pt x="0" y="992895"/>
                </a:cubicBezTo>
                <a:cubicBezTo>
                  <a:pt x="-1" y="444534"/>
                  <a:pt x="449890" y="0"/>
                  <a:pt x="100485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6" name="Freeform 285">
            <a:extLst>
              <a:ext uri="{FF2B5EF4-FFF2-40B4-BE49-F238E27FC236}">
                <a16:creationId xmlns:a16="http://schemas.microsoft.com/office/drawing/2014/main" id="{CCF06B99-2052-7CF2-4393-8218C9E87E79}"/>
              </a:ext>
            </a:extLst>
          </p:cNvPr>
          <p:cNvSpPr/>
          <p:nvPr/>
        </p:nvSpPr>
        <p:spPr>
          <a:xfrm>
            <a:off x="3212640" y="4324281"/>
            <a:ext cx="2009593" cy="1986285"/>
          </a:xfrm>
          <a:custGeom>
            <a:avLst/>
            <a:gdLst>
              <a:gd name="csX0" fmla="*/ 1016975 w 2009593"/>
              <a:gd name="csY0" fmla="*/ 1400523 h 1986285"/>
              <a:gd name="csX1" fmla="*/ 966650 w 2009593"/>
              <a:gd name="csY1" fmla="*/ 1604627 h 1986285"/>
              <a:gd name="csX2" fmla="*/ 967850 w 2009593"/>
              <a:gd name="csY2" fmla="*/ 1609018 h 1986285"/>
              <a:gd name="csX3" fmla="*/ 967811 w 2009593"/>
              <a:gd name="csY3" fmla="*/ 1609953 h 1986285"/>
              <a:gd name="csX4" fmla="*/ 973826 w 2009593"/>
              <a:gd name="csY4" fmla="*/ 1630880 h 1986285"/>
              <a:gd name="csX5" fmla="*/ 977876 w 2009593"/>
              <a:gd name="csY5" fmla="*/ 1645695 h 1986285"/>
              <a:gd name="csX6" fmla="*/ 986908 w 2009593"/>
              <a:gd name="csY6" fmla="*/ 1657543 h 1986285"/>
              <a:gd name="csX7" fmla="*/ 996910 w 2009593"/>
              <a:gd name="csY7" fmla="*/ 1671676 h 1986285"/>
              <a:gd name="csX8" fmla="*/ 1051803 w 2009593"/>
              <a:gd name="csY8" fmla="*/ 1692124 h 1986285"/>
              <a:gd name="csX9" fmla="*/ 1100337 w 2009593"/>
              <a:gd name="csY9" fmla="*/ 1659322 h 1986285"/>
              <a:gd name="csX10" fmla="*/ 1106718 w 2009593"/>
              <a:gd name="csY10" fmla="*/ 1643258 h 1986285"/>
              <a:gd name="csX11" fmla="*/ 1112718 w 2009593"/>
              <a:gd name="csY11" fmla="*/ 1629590 h 1986285"/>
              <a:gd name="csX12" fmla="*/ 1113165 w 2009593"/>
              <a:gd name="csY12" fmla="*/ 1614149 h 1986285"/>
              <a:gd name="csX13" fmla="*/ 1114079 w 2009593"/>
              <a:gd name="csY13" fmla="*/ 1592483 h 1986285"/>
              <a:gd name="csX14" fmla="*/ 1113822 w 2009593"/>
              <a:gd name="csY14" fmla="*/ 1591587 h 1986285"/>
              <a:gd name="csX15" fmla="*/ 1113954 w 2009593"/>
              <a:gd name="csY15" fmla="*/ 1587032 h 1986285"/>
              <a:gd name="csX16" fmla="*/ 1016975 w 2009593"/>
              <a:gd name="csY16" fmla="*/ 1400523 h 1986285"/>
              <a:gd name="csX17" fmla="*/ 1272625 w 2009593"/>
              <a:gd name="csY17" fmla="*/ 1330411 h 1986285"/>
              <a:gd name="csX18" fmla="*/ 1381615 w 2009593"/>
              <a:gd name="csY18" fmla="*/ 1510168 h 1986285"/>
              <a:gd name="csX19" fmla="*/ 1385582 w 2009593"/>
              <a:gd name="csY19" fmla="*/ 1512424 h 1986285"/>
              <a:gd name="csX20" fmla="*/ 1386210 w 2009593"/>
              <a:gd name="csY20" fmla="*/ 1513104 h 1986285"/>
              <a:gd name="csX21" fmla="*/ 1405034 w 2009593"/>
              <a:gd name="csY21" fmla="*/ 1523488 h 1986285"/>
              <a:gd name="csX22" fmla="*/ 1418622 w 2009593"/>
              <a:gd name="csY22" fmla="*/ 1531219 h 1986285"/>
              <a:gd name="csX23" fmla="*/ 1433477 w 2009593"/>
              <a:gd name="csY23" fmla="*/ 1533201 h 1986285"/>
              <a:gd name="csX24" fmla="*/ 1450461 w 2009593"/>
              <a:gd name="csY24" fmla="*/ 1536084 h 1986285"/>
              <a:gd name="csX25" fmla="*/ 1503702 w 2009593"/>
              <a:gd name="csY25" fmla="*/ 1511654 h 1986285"/>
              <a:gd name="csX26" fmla="*/ 1514744 w 2009593"/>
              <a:gd name="csY26" fmla="*/ 1454126 h 1986285"/>
              <a:gd name="csX27" fmla="*/ 1507854 w 2009593"/>
              <a:gd name="csY27" fmla="*/ 1438214 h 1986285"/>
              <a:gd name="csX28" fmla="*/ 1502433 w 2009593"/>
              <a:gd name="csY28" fmla="*/ 1424367 h 1986285"/>
              <a:gd name="csX29" fmla="*/ 1491914 w 2009593"/>
              <a:gd name="csY29" fmla="*/ 1413250 h 1986285"/>
              <a:gd name="csX30" fmla="*/ 1477121 w 2009593"/>
              <a:gd name="csY30" fmla="*/ 1397199 h 1986285"/>
              <a:gd name="csX31" fmla="*/ 1476298 w 2009593"/>
              <a:gd name="csY31" fmla="*/ 1396746 h 1986285"/>
              <a:gd name="csX32" fmla="*/ 1473171 w 2009593"/>
              <a:gd name="csY32" fmla="*/ 1393440 h 1986285"/>
              <a:gd name="csX33" fmla="*/ 1272625 w 2009593"/>
              <a:gd name="csY33" fmla="*/ 1330411 h 1986285"/>
              <a:gd name="csX34" fmla="*/ 811941 w 2009593"/>
              <a:gd name="csY34" fmla="*/ 1295445 h 1986285"/>
              <a:gd name="csX35" fmla="*/ 632185 w 2009593"/>
              <a:gd name="csY35" fmla="*/ 1404434 h 1986285"/>
              <a:gd name="csX36" fmla="*/ 629931 w 2009593"/>
              <a:gd name="csY36" fmla="*/ 1408395 h 1986285"/>
              <a:gd name="csX37" fmla="*/ 629247 w 2009593"/>
              <a:gd name="csY37" fmla="*/ 1409027 h 1986285"/>
              <a:gd name="csX38" fmla="*/ 618779 w 2009593"/>
              <a:gd name="csY38" fmla="*/ 1428003 h 1986285"/>
              <a:gd name="csX39" fmla="*/ 611133 w 2009593"/>
              <a:gd name="csY39" fmla="*/ 1441442 h 1986285"/>
              <a:gd name="csX40" fmla="*/ 609159 w 2009593"/>
              <a:gd name="csY40" fmla="*/ 1456243 h 1986285"/>
              <a:gd name="csX41" fmla="*/ 606267 w 2009593"/>
              <a:gd name="csY41" fmla="*/ 1473279 h 1986285"/>
              <a:gd name="csX42" fmla="*/ 630698 w 2009593"/>
              <a:gd name="csY42" fmla="*/ 1526520 h 1986285"/>
              <a:gd name="csX43" fmla="*/ 688226 w 2009593"/>
              <a:gd name="csY43" fmla="*/ 1537563 h 1986285"/>
              <a:gd name="csX44" fmla="*/ 704116 w 2009593"/>
              <a:gd name="csY44" fmla="*/ 1530683 h 1986285"/>
              <a:gd name="csX45" fmla="*/ 717987 w 2009593"/>
              <a:gd name="csY45" fmla="*/ 1525252 h 1986285"/>
              <a:gd name="csX46" fmla="*/ 729140 w 2009593"/>
              <a:gd name="csY46" fmla="*/ 1514698 h 1986285"/>
              <a:gd name="csX47" fmla="*/ 745154 w 2009593"/>
              <a:gd name="csY47" fmla="*/ 1499939 h 1986285"/>
              <a:gd name="csX48" fmla="*/ 745606 w 2009593"/>
              <a:gd name="csY48" fmla="*/ 1499118 h 1986285"/>
              <a:gd name="csX49" fmla="*/ 748914 w 2009593"/>
              <a:gd name="csY49" fmla="*/ 1495991 h 1986285"/>
              <a:gd name="csX50" fmla="*/ 811941 w 2009593"/>
              <a:gd name="csY50" fmla="*/ 1295445 h 1986285"/>
              <a:gd name="csX51" fmla="*/ 495238 w 2009593"/>
              <a:gd name="csY51" fmla="*/ 1067184 h 1986285"/>
              <a:gd name="csX52" fmla="*/ 454275 w 2009593"/>
              <a:gd name="csY52" fmla="*/ 1068772 h 1986285"/>
              <a:gd name="csX53" fmla="*/ 449883 w 2009593"/>
              <a:gd name="csY53" fmla="*/ 1069986 h 1986285"/>
              <a:gd name="csX54" fmla="*/ 448952 w 2009593"/>
              <a:gd name="csY54" fmla="*/ 1069949 h 1986285"/>
              <a:gd name="csX55" fmla="*/ 428145 w 2009593"/>
              <a:gd name="csY55" fmla="*/ 1075992 h 1986285"/>
              <a:gd name="csX56" fmla="*/ 413238 w 2009593"/>
              <a:gd name="csY56" fmla="*/ 1080113 h 1986285"/>
              <a:gd name="csX57" fmla="*/ 401385 w 2009593"/>
              <a:gd name="csY57" fmla="*/ 1089201 h 1986285"/>
              <a:gd name="csX58" fmla="*/ 387312 w 2009593"/>
              <a:gd name="csY58" fmla="*/ 1099220 h 1986285"/>
              <a:gd name="csX59" fmla="*/ 367015 w 2009593"/>
              <a:gd name="csY59" fmla="*/ 1154170 h 1986285"/>
              <a:gd name="csX60" fmla="*/ 399954 w 2009593"/>
              <a:gd name="csY60" fmla="*/ 1202612 h 1986285"/>
              <a:gd name="csX61" fmla="*/ 416056 w 2009593"/>
              <a:gd name="csY61" fmla="*/ 1208955 h 1986285"/>
              <a:gd name="csX62" fmla="*/ 429719 w 2009593"/>
              <a:gd name="csY62" fmla="*/ 1214908 h 1986285"/>
              <a:gd name="csX63" fmla="*/ 445076 w 2009593"/>
              <a:gd name="csY63" fmla="*/ 1215311 h 1986285"/>
              <a:gd name="csX64" fmla="*/ 466831 w 2009593"/>
              <a:gd name="csY64" fmla="*/ 1216168 h 1986285"/>
              <a:gd name="csX65" fmla="*/ 467729 w 2009593"/>
              <a:gd name="csY65" fmla="*/ 1215906 h 1986285"/>
              <a:gd name="csX66" fmla="*/ 472280 w 2009593"/>
              <a:gd name="csY66" fmla="*/ 1216027 h 1986285"/>
              <a:gd name="csX67" fmla="*/ 658519 w 2009593"/>
              <a:gd name="csY67" fmla="*/ 1118527 h 1986285"/>
              <a:gd name="csX68" fmla="*/ 495238 w 2009593"/>
              <a:gd name="csY68" fmla="*/ 1067184 h 1986285"/>
              <a:gd name="csX69" fmla="*/ 975196 w 2009593"/>
              <a:gd name="csY69" fmla="*/ 942532 h 1986285"/>
              <a:gd name="csX70" fmla="*/ 867196 w 2009593"/>
              <a:gd name="csY70" fmla="*/ 1050532 h 1986285"/>
              <a:gd name="csX71" fmla="*/ 975196 w 2009593"/>
              <a:gd name="csY71" fmla="*/ 1158532 h 1986285"/>
              <a:gd name="csX72" fmla="*/ 1083196 w 2009593"/>
              <a:gd name="csY72" fmla="*/ 1050532 h 1986285"/>
              <a:gd name="csX73" fmla="*/ 975196 w 2009593"/>
              <a:gd name="csY73" fmla="*/ 942532 h 1986285"/>
              <a:gd name="csX74" fmla="*/ 416395 w 2009593"/>
              <a:gd name="csY74" fmla="*/ 702927 h 1986285"/>
              <a:gd name="csX75" fmla="*/ 363154 w 2009593"/>
              <a:gd name="csY75" fmla="*/ 727358 h 1986285"/>
              <a:gd name="csX76" fmla="*/ 352111 w 2009593"/>
              <a:gd name="csY76" fmla="*/ 784887 h 1986285"/>
              <a:gd name="csX77" fmla="*/ 358986 w 2009593"/>
              <a:gd name="csY77" fmla="*/ 800763 h 1986285"/>
              <a:gd name="csX78" fmla="*/ 364422 w 2009593"/>
              <a:gd name="csY78" fmla="*/ 814648 h 1986285"/>
              <a:gd name="csX79" fmla="*/ 375003 w 2009593"/>
              <a:gd name="csY79" fmla="*/ 825829 h 1986285"/>
              <a:gd name="csX80" fmla="*/ 389736 w 2009593"/>
              <a:gd name="csY80" fmla="*/ 841814 h 1986285"/>
              <a:gd name="csX81" fmla="*/ 390554 w 2009593"/>
              <a:gd name="csY81" fmla="*/ 842265 h 1986285"/>
              <a:gd name="csX82" fmla="*/ 393684 w 2009593"/>
              <a:gd name="csY82" fmla="*/ 845574 h 1986285"/>
              <a:gd name="csX83" fmla="*/ 594229 w 2009593"/>
              <a:gd name="csY83" fmla="*/ 908602 h 1986285"/>
              <a:gd name="csX84" fmla="*/ 485240 w 2009593"/>
              <a:gd name="csY84" fmla="*/ 728846 h 1986285"/>
              <a:gd name="csX85" fmla="*/ 481282 w 2009593"/>
              <a:gd name="csY85" fmla="*/ 726595 h 1986285"/>
              <a:gd name="csX86" fmla="*/ 480648 w 2009593"/>
              <a:gd name="csY86" fmla="*/ 725907 h 1986285"/>
              <a:gd name="csX87" fmla="*/ 461617 w 2009593"/>
              <a:gd name="csY87" fmla="*/ 715407 h 1986285"/>
              <a:gd name="csX88" fmla="*/ 448232 w 2009593"/>
              <a:gd name="csY88" fmla="*/ 707794 h 1986285"/>
              <a:gd name="csX89" fmla="*/ 433448 w 2009593"/>
              <a:gd name="csY89" fmla="*/ 705821 h 1986285"/>
              <a:gd name="csX90" fmla="*/ 694244 w 2009593"/>
              <a:gd name="csY90" fmla="*/ 475370 h 1986285"/>
              <a:gd name="csX91" fmla="*/ 649784 w 2009593"/>
              <a:gd name="csY91" fmla="*/ 513512 h 1986285"/>
              <a:gd name="csX92" fmla="*/ 645281 w 2009593"/>
              <a:gd name="csY92" fmla="*/ 530204 h 1986285"/>
              <a:gd name="csX93" fmla="*/ 640887 w 2009593"/>
              <a:gd name="csY93" fmla="*/ 544463 h 1986285"/>
              <a:gd name="csX94" fmla="*/ 642204 w 2009593"/>
              <a:gd name="csY94" fmla="*/ 559808 h 1986285"/>
              <a:gd name="csX95" fmla="*/ 643779 w 2009593"/>
              <a:gd name="csY95" fmla="*/ 581484 h 1986285"/>
              <a:gd name="csX96" fmla="*/ 644139 w 2009593"/>
              <a:gd name="csY96" fmla="*/ 582346 h 1986285"/>
              <a:gd name="csX97" fmla="*/ 644528 w 2009593"/>
              <a:gd name="csY97" fmla="*/ 586883 h 1986285"/>
              <a:gd name="csX98" fmla="*/ 762213 w 2009593"/>
              <a:gd name="csY98" fmla="*/ 761071 h 1986285"/>
              <a:gd name="csX99" fmla="*/ 788850 w 2009593"/>
              <a:gd name="csY99" fmla="*/ 552549 h 1986285"/>
              <a:gd name="csX100" fmla="*/ 787155 w 2009593"/>
              <a:gd name="csY100" fmla="*/ 548323 h 1986285"/>
              <a:gd name="csX101" fmla="*/ 787088 w 2009593"/>
              <a:gd name="csY101" fmla="*/ 547391 h 1986285"/>
              <a:gd name="csX102" fmla="*/ 778741 w 2009593"/>
              <a:gd name="csY102" fmla="*/ 527346 h 1986285"/>
              <a:gd name="csX103" fmla="*/ 772999 w 2009593"/>
              <a:gd name="csY103" fmla="*/ 513034 h 1986285"/>
              <a:gd name="csX104" fmla="*/ 762648 w 2009593"/>
              <a:gd name="csY104" fmla="*/ 502274 h 1986285"/>
              <a:gd name="csX105" fmla="*/ 751117 w 2009593"/>
              <a:gd name="csY105" fmla="*/ 489404 h 1986285"/>
              <a:gd name="csX106" fmla="*/ 694244 w 2009593"/>
              <a:gd name="csY106" fmla="*/ 475370 h 1986285"/>
              <a:gd name="csX107" fmla="*/ 994682 w 2009593"/>
              <a:gd name="csY107" fmla="*/ 97 h 1986285"/>
              <a:gd name="csX108" fmla="*/ 2003154 w 2009593"/>
              <a:gd name="csY108" fmla="*/ 879009 h 1986285"/>
              <a:gd name="csX109" fmla="*/ 1117571 w 2009593"/>
              <a:gd name="csY109" fmla="*/ 1979612 h 1986285"/>
              <a:gd name="csX110" fmla="*/ 6440 w 2009593"/>
              <a:gd name="csY110" fmla="*/ 1107275 h 1986285"/>
              <a:gd name="csX111" fmla="*/ 892024 w 2009593"/>
              <a:gd name="csY111" fmla="*/ 6673 h 1986285"/>
              <a:gd name="csX112" fmla="*/ 994682 w 2009593"/>
              <a:gd name="csY112" fmla="*/ 97 h 1986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</a:cxnLst>
            <a:rect l="l" t="t" r="r" b="b"/>
            <a:pathLst>
              <a:path w="2009593" h="1986285">
                <a:moveTo>
                  <a:pt x="1016975" y="1400523"/>
                </a:moveTo>
                <a:cubicBezTo>
                  <a:pt x="970085" y="1483427"/>
                  <a:pt x="960146" y="1555477"/>
                  <a:pt x="966650" y="1604627"/>
                </a:cubicBezTo>
                <a:lnTo>
                  <a:pt x="967850" y="1609018"/>
                </a:lnTo>
                <a:lnTo>
                  <a:pt x="967811" y="1609953"/>
                </a:lnTo>
                <a:lnTo>
                  <a:pt x="973826" y="1630880"/>
                </a:lnTo>
                <a:lnTo>
                  <a:pt x="977876" y="1645695"/>
                </a:lnTo>
                <a:lnTo>
                  <a:pt x="986908" y="1657543"/>
                </a:lnTo>
                <a:lnTo>
                  <a:pt x="996910" y="1671676"/>
                </a:lnTo>
                <a:cubicBezTo>
                  <a:pt x="1012109" y="1686546"/>
                  <a:pt x="1031608" y="1694537"/>
                  <a:pt x="1051803" y="1692124"/>
                </a:cubicBezTo>
                <a:cubicBezTo>
                  <a:pt x="1071999" y="1689713"/>
                  <a:pt x="1089067" y="1677354"/>
                  <a:pt x="1100337" y="1659322"/>
                </a:cubicBezTo>
                <a:lnTo>
                  <a:pt x="1106718" y="1643258"/>
                </a:lnTo>
                <a:lnTo>
                  <a:pt x="1112718" y="1629590"/>
                </a:lnTo>
                <a:lnTo>
                  <a:pt x="1113165" y="1614149"/>
                </a:lnTo>
                <a:lnTo>
                  <a:pt x="1114079" y="1592483"/>
                </a:lnTo>
                <a:lnTo>
                  <a:pt x="1113822" y="1591587"/>
                </a:lnTo>
                <a:lnTo>
                  <a:pt x="1113954" y="1587032"/>
                </a:lnTo>
                <a:cubicBezTo>
                  <a:pt x="1108699" y="1537734"/>
                  <a:pt x="1082072" y="1470051"/>
                  <a:pt x="1016975" y="1400523"/>
                </a:cubicBezTo>
                <a:close/>
                <a:moveTo>
                  <a:pt x="1272625" y="1330411"/>
                </a:moveTo>
                <a:cubicBezTo>
                  <a:pt x="1298220" y="1422155"/>
                  <a:pt x="1342220" y="1480067"/>
                  <a:pt x="1381615" y="1510168"/>
                </a:cubicBezTo>
                <a:lnTo>
                  <a:pt x="1385582" y="1512424"/>
                </a:lnTo>
                <a:lnTo>
                  <a:pt x="1386210" y="1513104"/>
                </a:lnTo>
                <a:lnTo>
                  <a:pt x="1405034" y="1523488"/>
                </a:lnTo>
                <a:lnTo>
                  <a:pt x="1418622" y="1531219"/>
                </a:lnTo>
                <a:lnTo>
                  <a:pt x="1433477" y="1533201"/>
                </a:lnTo>
                <a:lnTo>
                  <a:pt x="1450461" y="1536084"/>
                </a:lnTo>
                <a:cubicBezTo>
                  <a:pt x="1471723" y="1535821"/>
                  <a:pt x="1491151" y="1527657"/>
                  <a:pt x="1503702" y="1511654"/>
                </a:cubicBezTo>
                <a:cubicBezTo>
                  <a:pt x="1516254" y="1495651"/>
                  <a:pt x="1519556" y="1474839"/>
                  <a:pt x="1514744" y="1454126"/>
                </a:cubicBezTo>
                <a:lnTo>
                  <a:pt x="1507854" y="1438214"/>
                </a:lnTo>
                <a:lnTo>
                  <a:pt x="1502433" y="1424367"/>
                </a:lnTo>
                <a:lnTo>
                  <a:pt x="1491914" y="1413250"/>
                </a:lnTo>
                <a:lnTo>
                  <a:pt x="1477121" y="1397199"/>
                </a:lnTo>
                <a:lnTo>
                  <a:pt x="1476298" y="1396746"/>
                </a:lnTo>
                <a:lnTo>
                  <a:pt x="1473171" y="1393440"/>
                </a:lnTo>
                <a:cubicBezTo>
                  <a:pt x="1434553" y="1362348"/>
                  <a:pt x="1367825" y="1333413"/>
                  <a:pt x="1272625" y="1330411"/>
                </a:cubicBezTo>
                <a:close/>
                <a:moveTo>
                  <a:pt x="811941" y="1295445"/>
                </a:moveTo>
                <a:cubicBezTo>
                  <a:pt x="720199" y="1321040"/>
                  <a:pt x="662285" y="1365040"/>
                  <a:pt x="632185" y="1404434"/>
                </a:cubicBezTo>
                <a:lnTo>
                  <a:pt x="629931" y="1408395"/>
                </a:lnTo>
                <a:lnTo>
                  <a:pt x="629247" y="1409027"/>
                </a:lnTo>
                <a:lnTo>
                  <a:pt x="618779" y="1428003"/>
                </a:lnTo>
                <a:lnTo>
                  <a:pt x="611133" y="1441442"/>
                </a:lnTo>
                <a:lnTo>
                  <a:pt x="609159" y="1456243"/>
                </a:lnTo>
                <a:lnTo>
                  <a:pt x="606267" y="1473279"/>
                </a:lnTo>
                <a:cubicBezTo>
                  <a:pt x="606530" y="1494541"/>
                  <a:pt x="614693" y="1513967"/>
                  <a:pt x="630698" y="1526520"/>
                </a:cubicBezTo>
                <a:cubicBezTo>
                  <a:pt x="646701" y="1539073"/>
                  <a:pt x="667513" y="1542374"/>
                  <a:pt x="688226" y="1537563"/>
                </a:cubicBezTo>
                <a:lnTo>
                  <a:pt x="704116" y="1530683"/>
                </a:lnTo>
                <a:lnTo>
                  <a:pt x="717987" y="1525252"/>
                </a:lnTo>
                <a:lnTo>
                  <a:pt x="729140" y="1514698"/>
                </a:lnTo>
                <a:lnTo>
                  <a:pt x="745154" y="1499939"/>
                </a:lnTo>
                <a:lnTo>
                  <a:pt x="745606" y="1499118"/>
                </a:lnTo>
                <a:lnTo>
                  <a:pt x="748914" y="1495991"/>
                </a:lnTo>
                <a:cubicBezTo>
                  <a:pt x="780003" y="1457373"/>
                  <a:pt x="808939" y="1390644"/>
                  <a:pt x="811941" y="1295445"/>
                </a:cubicBezTo>
                <a:close/>
                <a:moveTo>
                  <a:pt x="495238" y="1067184"/>
                </a:moveTo>
                <a:cubicBezTo>
                  <a:pt x="480275" y="1066475"/>
                  <a:pt x="466558" y="1067112"/>
                  <a:pt x="454275" y="1068772"/>
                </a:cubicBezTo>
                <a:lnTo>
                  <a:pt x="449883" y="1069986"/>
                </a:lnTo>
                <a:lnTo>
                  <a:pt x="448952" y="1069949"/>
                </a:lnTo>
                <a:lnTo>
                  <a:pt x="428145" y="1075992"/>
                </a:lnTo>
                <a:lnTo>
                  <a:pt x="413238" y="1080113"/>
                </a:lnTo>
                <a:lnTo>
                  <a:pt x="401385" y="1089201"/>
                </a:lnTo>
                <a:lnTo>
                  <a:pt x="387312" y="1099220"/>
                </a:lnTo>
                <a:cubicBezTo>
                  <a:pt x="372484" y="1114460"/>
                  <a:pt x="364547" y="1133981"/>
                  <a:pt x="367015" y="1154170"/>
                </a:cubicBezTo>
                <a:cubicBezTo>
                  <a:pt x="369483" y="1174359"/>
                  <a:pt x="381890" y="1191392"/>
                  <a:pt x="399954" y="1202612"/>
                </a:cubicBezTo>
                <a:lnTo>
                  <a:pt x="416056" y="1208955"/>
                </a:lnTo>
                <a:lnTo>
                  <a:pt x="429719" y="1214908"/>
                </a:lnTo>
                <a:lnTo>
                  <a:pt x="445076" y="1215311"/>
                </a:lnTo>
                <a:lnTo>
                  <a:pt x="466831" y="1216168"/>
                </a:lnTo>
                <a:lnTo>
                  <a:pt x="467729" y="1215906"/>
                </a:lnTo>
                <a:lnTo>
                  <a:pt x="472280" y="1216027"/>
                </a:lnTo>
                <a:cubicBezTo>
                  <a:pt x="521563" y="1210635"/>
                  <a:pt x="589171" y="1183817"/>
                  <a:pt x="658519" y="1118527"/>
                </a:cubicBezTo>
                <a:cubicBezTo>
                  <a:pt x="596242" y="1083534"/>
                  <a:pt x="540129" y="1069308"/>
                  <a:pt x="495238" y="1067184"/>
                </a:cubicBezTo>
                <a:close/>
                <a:moveTo>
                  <a:pt x="975196" y="942532"/>
                </a:moveTo>
                <a:cubicBezTo>
                  <a:pt x="915549" y="942532"/>
                  <a:pt x="867196" y="990885"/>
                  <a:pt x="867196" y="1050532"/>
                </a:cubicBezTo>
                <a:cubicBezTo>
                  <a:pt x="867196" y="1110179"/>
                  <a:pt x="915549" y="1158532"/>
                  <a:pt x="975196" y="1158532"/>
                </a:cubicBezTo>
                <a:cubicBezTo>
                  <a:pt x="1034843" y="1158532"/>
                  <a:pt x="1083196" y="1110179"/>
                  <a:pt x="1083196" y="1050532"/>
                </a:cubicBezTo>
                <a:cubicBezTo>
                  <a:pt x="1083196" y="990885"/>
                  <a:pt x="1034843" y="942532"/>
                  <a:pt x="975196" y="942532"/>
                </a:cubicBezTo>
                <a:close/>
                <a:moveTo>
                  <a:pt x="416395" y="702927"/>
                </a:moveTo>
                <a:cubicBezTo>
                  <a:pt x="395134" y="703190"/>
                  <a:pt x="375707" y="711354"/>
                  <a:pt x="363154" y="727358"/>
                </a:cubicBezTo>
                <a:cubicBezTo>
                  <a:pt x="350602" y="743361"/>
                  <a:pt x="347301" y="764175"/>
                  <a:pt x="352111" y="784887"/>
                </a:cubicBezTo>
                <a:lnTo>
                  <a:pt x="358986" y="800763"/>
                </a:lnTo>
                <a:lnTo>
                  <a:pt x="364422" y="814648"/>
                </a:lnTo>
                <a:lnTo>
                  <a:pt x="375003" y="825829"/>
                </a:lnTo>
                <a:lnTo>
                  <a:pt x="389736" y="841814"/>
                </a:lnTo>
                <a:lnTo>
                  <a:pt x="390554" y="842265"/>
                </a:lnTo>
                <a:lnTo>
                  <a:pt x="393684" y="845574"/>
                </a:lnTo>
                <a:cubicBezTo>
                  <a:pt x="432301" y="876663"/>
                  <a:pt x="499029" y="905600"/>
                  <a:pt x="594229" y="908602"/>
                </a:cubicBezTo>
                <a:cubicBezTo>
                  <a:pt x="568634" y="816858"/>
                  <a:pt x="524634" y="758944"/>
                  <a:pt x="485240" y="728846"/>
                </a:cubicBezTo>
                <a:lnTo>
                  <a:pt x="481282" y="726595"/>
                </a:lnTo>
                <a:lnTo>
                  <a:pt x="480648" y="725907"/>
                </a:lnTo>
                <a:lnTo>
                  <a:pt x="461617" y="715407"/>
                </a:lnTo>
                <a:lnTo>
                  <a:pt x="448232" y="707794"/>
                </a:lnTo>
                <a:lnTo>
                  <a:pt x="433448" y="705821"/>
                </a:lnTo>
                <a:close/>
                <a:moveTo>
                  <a:pt x="694244" y="475370"/>
                </a:moveTo>
                <a:cubicBezTo>
                  <a:pt x="674458" y="480078"/>
                  <a:pt x="658915" y="494308"/>
                  <a:pt x="649784" y="513512"/>
                </a:cubicBezTo>
                <a:lnTo>
                  <a:pt x="645281" y="530204"/>
                </a:lnTo>
                <a:lnTo>
                  <a:pt x="640887" y="544463"/>
                </a:lnTo>
                <a:lnTo>
                  <a:pt x="642204" y="559808"/>
                </a:lnTo>
                <a:lnTo>
                  <a:pt x="643779" y="581484"/>
                </a:lnTo>
                <a:lnTo>
                  <a:pt x="644139" y="582346"/>
                </a:lnTo>
                <a:lnTo>
                  <a:pt x="644528" y="586883"/>
                </a:lnTo>
                <a:cubicBezTo>
                  <a:pt x="655389" y="635256"/>
                  <a:pt x="689587" y="699447"/>
                  <a:pt x="762213" y="761071"/>
                </a:cubicBezTo>
                <a:cubicBezTo>
                  <a:pt x="799307" y="673345"/>
                  <a:pt x="800936" y="600630"/>
                  <a:pt x="788850" y="552549"/>
                </a:cubicBezTo>
                <a:lnTo>
                  <a:pt x="787155" y="548323"/>
                </a:lnTo>
                <a:lnTo>
                  <a:pt x="787088" y="547391"/>
                </a:lnTo>
                <a:lnTo>
                  <a:pt x="778741" y="527346"/>
                </a:lnTo>
                <a:lnTo>
                  <a:pt x="772999" y="513034"/>
                </a:lnTo>
                <a:lnTo>
                  <a:pt x="762648" y="502274"/>
                </a:lnTo>
                <a:lnTo>
                  <a:pt x="751117" y="489404"/>
                </a:lnTo>
                <a:cubicBezTo>
                  <a:pt x="734316" y="476371"/>
                  <a:pt x="714031" y="470663"/>
                  <a:pt x="694244" y="475370"/>
                </a:cubicBezTo>
                <a:close/>
                <a:moveTo>
                  <a:pt x="994682" y="97"/>
                </a:moveTo>
                <a:cubicBezTo>
                  <a:pt x="1503885" y="-6938"/>
                  <a:pt x="1944763" y="368248"/>
                  <a:pt x="2003154" y="879009"/>
                </a:cubicBezTo>
                <a:cubicBezTo>
                  <a:pt x="2065436" y="1423821"/>
                  <a:pt x="1668948" y="1916578"/>
                  <a:pt x="1117571" y="1979612"/>
                </a:cubicBezTo>
                <a:cubicBezTo>
                  <a:pt x="566194" y="2042645"/>
                  <a:pt x="68724" y="1652086"/>
                  <a:pt x="6440" y="1107275"/>
                </a:cubicBezTo>
                <a:cubicBezTo>
                  <a:pt x="-55843" y="562463"/>
                  <a:pt x="340647" y="69707"/>
                  <a:pt x="892024" y="6673"/>
                </a:cubicBezTo>
                <a:cubicBezTo>
                  <a:pt x="926485" y="2734"/>
                  <a:pt x="960735" y="566"/>
                  <a:pt x="994682" y="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8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72621-B92A-C885-E6A0-A9E3F9DCD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Freeform 245">
            <a:extLst>
              <a:ext uri="{FF2B5EF4-FFF2-40B4-BE49-F238E27FC236}">
                <a16:creationId xmlns:a16="http://schemas.microsoft.com/office/drawing/2014/main" id="{6B8A7660-DD0B-EC01-2BA6-476C9C3E9211}"/>
              </a:ext>
            </a:extLst>
          </p:cNvPr>
          <p:cNvSpPr/>
          <p:nvPr/>
        </p:nvSpPr>
        <p:spPr>
          <a:xfrm rot="10388390" flipH="1">
            <a:off x="6971666" y="547413"/>
            <a:ext cx="2009574" cy="1986331"/>
          </a:xfrm>
          <a:custGeom>
            <a:avLst/>
            <a:gdLst>
              <a:gd name="csX0" fmla="*/ 1261410 w 2009574"/>
              <a:gd name="csY0" fmla="*/ 693465 h 1986331"/>
              <a:gd name="csX1" fmla="*/ 1187235 w 2009574"/>
              <a:gd name="csY1" fmla="*/ 496770 h 1986331"/>
              <a:gd name="csX2" fmla="*/ 1187906 w 2009574"/>
              <a:gd name="csY2" fmla="*/ 492265 h 1986331"/>
              <a:gd name="csX3" fmla="*/ 1187756 w 2009574"/>
              <a:gd name="csY3" fmla="*/ 491343 h 1986331"/>
              <a:gd name="csX4" fmla="*/ 1191240 w 2009574"/>
              <a:gd name="csY4" fmla="*/ 469894 h 1986331"/>
              <a:gd name="csX5" fmla="*/ 1193511 w 2009574"/>
              <a:gd name="csY5" fmla="*/ 454659 h 1986331"/>
              <a:gd name="csX6" fmla="*/ 1201080 w 2009574"/>
              <a:gd name="csY6" fmla="*/ 441812 h 1986331"/>
              <a:gd name="csX7" fmla="*/ 1209329 w 2009574"/>
              <a:gd name="csY7" fmla="*/ 426605 h 1986331"/>
              <a:gd name="csX8" fmla="*/ 1261410 w 2009574"/>
              <a:gd name="csY8" fmla="*/ 399790 h 1986331"/>
              <a:gd name="csX9" fmla="*/ 1313491 w 2009574"/>
              <a:gd name="csY9" fmla="*/ 426605 h 1986331"/>
              <a:gd name="csX10" fmla="*/ 1321740 w 2009574"/>
              <a:gd name="csY10" fmla="*/ 441813 h 1986331"/>
              <a:gd name="csX11" fmla="*/ 1329310 w 2009574"/>
              <a:gd name="csY11" fmla="*/ 454659 h 1986331"/>
              <a:gd name="csX12" fmla="*/ 1331580 w 2009574"/>
              <a:gd name="csY12" fmla="*/ 469893 h 1986331"/>
              <a:gd name="csX13" fmla="*/ 1335064 w 2009574"/>
              <a:gd name="csY13" fmla="*/ 491343 h 1986331"/>
              <a:gd name="csX14" fmla="*/ 1334914 w 2009574"/>
              <a:gd name="csY14" fmla="*/ 492265 h 1986331"/>
              <a:gd name="csX15" fmla="*/ 1335585 w 2009574"/>
              <a:gd name="csY15" fmla="*/ 496770 h 1986331"/>
              <a:gd name="csX16" fmla="*/ 1261410 w 2009574"/>
              <a:gd name="csY16" fmla="*/ 693465 h 1986331"/>
              <a:gd name="csX17" fmla="*/ 1458979 w 2009574"/>
              <a:gd name="csY17" fmla="*/ 798110 h 1986331"/>
              <a:gd name="csX18" fmla="*/ 1523406 w 2009574"/>
              <a:gd name="csY18" fmla="*/ 598010 h 1986331"/>
              <a:gd name="csX19" fmla="*/ 1526735 w 2009574"/>
              <a:gd name="csY19" fmla="*/ 594905 h 1986331"/>
              <a:gd name="csX20" fmla="*/ 1527194 w 2009574"/>
              <a:gd name="csY20" fmla="*/ 594088 h 1986331"/>
              <a:gd name="csX21" fmla="*/ 1543287 w 2009574"/>
              <a:gd name="csY21" fmla="*/ 579461 h 1986331"/>
              <a:gd name="csX22" fmla="*/ 1554537 w 2009574"/>
              <a:gd name="csY22" fmla="*/ 568965 h 1986331"/>
              <a:gd name="csX23" fmla="*/ 1568461 w 2009574"/>
              <a:gd name="csY23" fmla="*/ 563626 h 1986331"/>
              <a:gd name="csX24" fmla="*/ 1584383 w 2009574"/>
              <a:gd name="csY24" fmla="*/ 556862 h 1986331"/>
              <a:gd name="csX25" fmla="*/ 1641833 w 2009574"/>
              <a:gd name="csY25" fmla="*/ 568307 h 1986331"/>
              <a:gd name="csX26" fmla="*/ 1665891 w 2009574"/>
              <a:gd name="csY26" fmla="*/ 621718 h 1986331"/>
              <a:gd name="csX27" fmla="*/ 1662876 w 2009574"/>
              <a:gd name="csY27" fmla="*/ 638759 h 1986331"/>
              <a:gd name="csX28" fmla="*/ 1660801 w 2009574"/>
              <a:gd name="csY28" fmla="*/ 653520 h 1986331"/>
              <a:gd name="csX29" fmla="*/ 1653107 w 2009574"/>
              <a:gd name="csY29" fmla="*/ 666828 h 1986331"/>
              <a:gd name="csX30" fmla="*/ 1642464 w 2009574"/>
              <a:gd name="csY30" fmla="*/ 685808 h 1986331"/>
              <a:gd name="csX31" fmla="*/ 1641771 w 2009574"/>
              <a:gd name="csY31" fmla="*/ 686437 h 1986331"/>
              <a:gd name="csX32" fmla="*/ 1639493 w 2009574"/>
              <a:gd name="csY32" fmla="*/ 690380 h 1986331"/>
              <a:gd name="csX33" fmla="*/ 1458979 w 2009574"/>
              <a:gd name="csY33" fmla="*/ 798110 h 1986331"/>
              <a:gd name="csX34" fmla="*/ 1648770 w 2009574"/>
              <a:gd name="csY34" fmla="*/ 1068966 h 1986331"/>
              <a:gd name="csX35" fmla="*/ 1445022 w 2009574"/>
              <a:gd name="csY35" fmla="*/ 1017217 h 1986331"/>
              <a:gd name="csX36" fmla="*/ 1632203 w 2009574"/>
              <a:gd name="csY36" fmla="*/ 921543 h 1986331"/>
              <a:gd name="csX37" fmla="*/ 1636754 w 2009574"/>
              <a:gd name="csY37" fmla="*/ 921707 h 1986331"/>
              <a:gd name="csX38" fmla="*/ 1637654 w 2009574"/>
              <a:gd name="csY38" fmla="*/ 921455 h 1986331"/>
              <a:gd name="csX39" fmla="*/ 1659373 w 2009574"/>
              <a:gd name="csY39" fmla="*/ 922522 h 1986331"/>
              <a:gd name="csX40" fmla="*/ 1674753 w 2009574"/>
              <a:gd name="csY40" fmla="*/ 923076 h 1986331"/>
              <a:gd name="csX41" fmla="*/ 1688365 w 2009574"/>
              <a:gd name="csY41" fmla="*/ 929165 h 1986331"/>
              <a:gd name="csX42" fmla="*/ 1704397 w 2009574"/>
              <a:gd name="csY42" fmla="*/ 935664 h 1986331"/>
              <a:gd name="csX43" fmla="*/ 1736859 w 2009574"/>
              <a:gd name="csY43" fmla="*/ 984425 h 1986331"/>
              <a:gd name="csX44" fmla="*/ 1716027 w 2009574"/>
              <a:gd name="csY44" fmla="*/ 1039175 h 1986331"/>
              <a:gd name="csX45" fmla="*/ 1701847 w 2009574"/>
              <a:gd name="csY45" fmla="*/ 1049062 h 1986331"/>
              <a:gd name="csX46" fmla="*/ 1689915 w 2009574"/>
              <a:gd name="csY46" fmla="*/ 1058027 h 1986331"/>
              <a:gd name="csX47" fmla="*/ 1675012 w 2009574"/>
              <a:gd name="csY47" fmla="*/ 1061989 h 1986331"/>
              <a:gd name="csX48" fmla="*/ 1654103 w 2009574"/>
              <a:gd name="csY48" fmla="*/ 1067841 h 1986331"/>
              <a:gd name="csX49" fmla="*/ 1653171 w 2009574"/>
              <a:gd name="csY49" fmla="*/ 1067795 h 1986331"/>
              <a:gd name="csX50" fmla="*/ 1513102 w 2009574"/>
              <a:gd name="csY50" fmla="*/ 1431749 h 1986331"/>
              <a:gd name="csX51" fmla="*/ 1496076 w 2009574"/>
              <a:gd name="csY51" fmla="*/ 1428738 h 1986331"/>
              <a:gd name="csX52" fmla="*/ 1481301 w 2009574"/>
              <a:gd name="csY52" fmla="*/ 1426660 h 1986331"/>
              <a:gd name="csX53" fmla="*/ 1467968 w 2009574"/>
              <a:gd name="csY53" fmla="*/ 1418953 h 1986331"/>
              <a:gd name="csX54" fmla="*/ 1449012 w 2009574"/>
              <a:gd name="csY54" fmla="*/ 1408322 h 1986331"/>
              <a:gd name="csX55" fmla="*/ 1448384 w 2009574"/>
              <a:gd name="csY55" fmla="*/ 1407631 h 1986331"/>
              <a:gd name="csX56" fmla="*/ 1444441 w 2009574"/>
              <a:gd name="csY56" fmla="*/ 1405352 h 1986331"/>
              <a:gd name="csX57" fmla="*/ 1336710 w 2009574"/>
              <a:gd name="csY57" fmla="*/ 1224839 h 1986331"/>
              <a:gd name="csX58" fmla="*/ 1536810 w 2009574"/>
              <a:gd name="csY58" fmla="*/ 1289265 h 1986331"/>
              <a:gd name="csX59" fmla="*/ 1539916 w 2009574"/>
              <a:gd name="csY59" fmla="*/ 1292596 h 1986331"/>
              <a:gd name="csX60" fmla="*/ 1540732 w 2009574"/>
              <a:gd name="csY60" fmla="*/ 1293052 h 1986331"/>
              <a:gd name="csX61" fmla="*/ 1555357 w 2009574"/>
              <a:gd name="csY61" fmla="*/ 1309144 h 1986331"/>
              <a:gd name="csX62" fmla="*/ 1565855 w 2009574"/>
              <a:gd name="csY62" fmla="*/ 1320396 h 1986331"/>
              <a:gd name="csX63" fmla="*/ 1571195 w 2009574"/>
              <a:gd name="csY63" fmla="*/ 1334320 h 1986331"/>
              <a:gd name="csX64" fmla="*/ 1577957 w 2009574"/>
              <a:gd name="csY64" fmla="*/ 1350242 h 1986331"/>
              <a:gd name="csX65" fmla="*/ 1566513 w 2009574"/>
              <a:gd name="csY65" fmla="*/ 1407692 h 1986331"/>
              <a:gd name="csX66" fmla="*/ 1513102 w 2009574"/>
              <a:gd name="csY66" fmla="*/ 1431749 h 1986331"/>
              <a:gd name="csX67" fmla="*/ 771218 w 2009574"/>
              <a:gd name="csY67" fmla="*/ 1606722 h 1986331"/>
              <a:gd name="csX68" fmla="*/ 713769 w 2009574"/>
              <a:gd name="csY68" fmla="*/ 1595278 h 1986331"/>
              <a:gd name="csX69" fmla="*/ 689712 w 2009574"/>
              <a:gd name="csY69" fmla="*/ 1541868 h 1986331"/>
              <a:gd name="csX70" fmla="*/ 692732 w 2009574"/>
              <a:gd name="csY70" fmla="*/ 1524793 h 1986331"/>
              <a:gd name="csX71" fmla="*/ 694803 w 2009574"/>
              <a:gd name="csY71" fmla="*/ 1510067 h 1986331"/>
              <a:gd name="csX72" fmla="*/ 702460 w 2009574"/>
              <a:gd name="csY72" fmla="*/ 1496821 h 1986331"/>
              <a:gd name="csX73" fmla="*/ 713139 w 2009574"/>
              <a:gd name="csY73" fmla="*/ 1477777 h 1986331"/>
              <a:gd name="csX74" fmla="*/ 713835 w 2009574"/>
              <a:gd name="csY74" fmla="*/ 1477146 h 1986331"/>
              <a:gd name="csX75" fmla="*/ 716111 w 2009574"/>
              <a:gd name="csY75" fmla="*/ 1473207 h 1986331"/>
              <a:gd name="csX76" fmla="*/ 896624 w 2009574"/>
              <a:gd name="csY76" fmla="*/ 1365476 h 1986331"/>
              <a:gd name="csX77" fmla="*/ 832198 w 2009574"/>
              <a:gd name="csY77" fmla="*/ 1565576 h 1986331"/>
              <a:gd name="csX78" fmla="*/ 828860 w 2009574"/>
              <a:gd name="csY78" fmla="*/ 1568690 h 1986331"/>
              <a:gd name="csX79" fmla="*/ 828408 w 2009574"/>
              <a:gd name="csY79" fmla="*/ 1569496 h 1986331"/>
              <a:gd name="csX80" fmla="*/ 812506 w 2009574"/>
              <a:gd name="csY80" fmla="*/ 1583948 h 1986331"/>
              <a:gd name="csX81" fmla="*/ 801066 w 2009574"/>
              <a:gd name="csY81" fmla="*/ 1594621 h 1986331"/>
              <a:gd name="csX82" fmla="*/ 787073 w 2009574"/>
              <a:gd name="csY82" fmla="*/ 1599987 h 1986331"/>
              <a:gd name="csX83" fmla="*/ 1195167 w 2009574"/>
              <a:gd name="csY83" fmla="*/ 1666259 h 1986331"/>
              <a:gd name="csX84" fmla="*/ 1140360 w 2009574"/>
              <a:gd name="csY84" fmla="*/ 1645580 h 1986331"/>
              <a:gd name="csX85" fmla="*/ 1130444 w 2009574"/>
              <a:gd name="csY85" fmla="*/ 1631444 h 1986331"/>
              <a:gd name="csX86" fmla="*/ 1121434 w 2009574"/>
              <a:gd name="csY86" fmla="*/ 1619522 h 1986331"/>
              <a:gd name="csX87" fmla="*/ 1117419 w 2009574"/>
              <a:gd name="csY87" fmla="*/ 1604587 h 1986331"/>
              <a:gd name="csX88" fmla="*/ 1111521 w 2009574"/>
              <a:gd name="csY88" fmla="*/ 1583736 h 1986331"/>
              <a:gd name="csX89" fmla="*/ 1111564 w 2009574"/>
              <a:gd name="csY89" fmla="*/ 1582805 h 1986331"/>
              <a:gd name="csX90" fmla="*/ 1110381 w 2009574"/>
              <a:gd name="csY90" fmla="*/ 1578405 h 1986331"/>
              <a:gd name="csX91" fmla="*/ 1161561 w 2009574"/>
              <a:gd name="csY91" fmla="*/ 1374515 h 1986331"/>
              <a:gd name="csX92" fmla="*/ 1257758 w 2009574"/>
              <a:gd name="csY92" fmla="*/ 1561430 h 1986331"/>
              <a:gd name="csX93" fmla="*/ 1257606 w 2009574"/>
              <a:gd name="csY93" fmla="*/ 1565979 h 1986331"/>
              <a:gd name="csX94" fmla="*/ 1257861 w 2009574"/>
              <a:gd name="csY94" fmla="*/ 1566880 h 1986331"/>
              <a:gd name="csX95" fmla="*/ 1256854 w 2009574"/>
              <a:gd name="csY95" fmla="*/ 1588614 h 1986331"/>
              <a:gd name="csX96" fmla="*/ 1256342 w 2009574"/>
              <a:gd name="csY96" fmla="*/ 1603982 h 1986331"/>
              <a:gd name="csX97" fmla="*/ 1250289 w 2009574"/>
              <a:gd name="csY97" fmla="*/ 1617616 h 1986331"/>
              <a:gd name="csX98" fmla="*/ 1243838 w 2009574"/>
              <a:gd name="csY98" fmla="*/ 1633661 h 1986331"/>
              <a:gd name="csX99" fmla="*/ 1195167 w 2009574"/>
              <a:gd name="csY99" fmla="*/ 1666259 h 1986331"/>
              <a:gd name="csX100" fmla="*/ 1123385 w 2009574"/>
              <a:gd name="csY100" fmla="*/ 1978951 h 1986331"/>
              <a:gd name="csX101" fmla="*/ 2002452 w 2009574"/>
              <a:gd name="csY101" fmla="*/ 873139 h 1986331"/>
              <a:gd name="csX102" fmla="*/ 886189 w 2009574"/>
              <a:gd name="csY102" fmla="*/ 7380 h 1986331"/>
              <a:gd name="csX103" fmla="*/ 7122 w 2009574"/>
              <a:gd name="csY103" fmla="*/ 1113193 h 1986331"/>
              <a:gd name="csX104" fmla="*/ 1123385 w 2009574"/>
              <a:gd name="csY104" fmla="*/ 1978951 h 198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</a:cxnLst>
            <a:rect l="l" t="t" r="r" b="b"/>
            <a:pathLst>
              <a:path w="2009574" h="1986331">
                <a:moveTo>
                  <a:pt x="1261410" y="693465"/>
                </a:moveTo>
                <a:cubicBezTo>
                  <a:pt x="1205019" y="616706"/>
                  <a:pt x="1186605" y="546343"/>
                  <a:pt x="1187235" y="496770"/>
                </a:cubicBezTo>
                <a:lnTo>
                  <a:pt x="1187906" y="492265"/>
                </a:lnTo>
                <a:lnTo>
                  <a:pt x="1187756" y="491343"/>
                </a:lnTo>
                <a:lnTo>
                  <a:pt x="1191240" y="469894"/>
                </a:lnTo>
                <a:lnTo>
                  <a:pt x="1193511" y="454659"/>
                </a:lnTo>
                <a:lnTo>
                  <a:pt x="1201080" y="441812"/>
                </a:lnTo>
                <a:lnTo>
                  <a:pt x="1209329" y="426605"/>
                </a:lnTo>
                <a:cubicBezTo>
                  <a:pt x="1222657" y="410037"/>
                  <a:pt x="1241071" y="399790"/>
                  <a:pt x="1261410" y="399790"/>
                </a:cubicBezTo>
                <a:cubicBezTo>
                  <a:pt x="1281749" y="399790"/>
                  <a:pt x="1300163" y="410037"/>
                  <a:pt x="1313491" y="426605"/>
                </a:cubicBezTo>
                <a:lnTo>
                  <a:pt x="1321740" y="441813"/>
                </a:lnTo>
                <a:lnTo>
                  <a:pt x="1329310" y="454659"/>
                </a:lnTo>
                <a:lnTo>
                  <a:pt x="1331580" y="469893"/>
                </a:lnTo>
                <a:lnTo>
                  <a:pt x="1335064" y="491343"/>
                </a:lnTo>
                <a:lnTo>
                  <a:pt x="1334914" y="492265"/>
                </a:lnTo>
                <a:lnTo>
                  <a:pt x="1335585" y="496770"/>
                </a:lnTo>
                <a:cubicBezTo>
                  <a:pt x="1336215" y="546343"/>
                  <a:pt x="1317801" y="616706"/>
                  <a:pt x="1261410" y="693465"/>
                </a:cubicBezTo>
                <a:close/>
                <a:moveTo>
                  <a:pt x="1458979" y="798110"/>
                </a:moveTo>
                <a:cubicBezTo>
                  <a:pt x="1462646" y="702935"/>
                  <a:pt x="1492047" y="636410"/>
                  <a:pt x="1523406" y="598010"/>
                </a:cubicBezTo>
                <a:lnTo>
                  <a:pt x="1526735" y="594905"/>
                </a:lnTo>
                <a:lnTo>
                  <a:pt x="1527194" y="594088"/>
                </a:lnTo>
                <a:lnTo>
                  <a:pt x="1543287" y="579461"/>
                </a:lnTo>
                <a:lnTo>
                  <a:pt x="1554537" y="568965"/>
                </a:lnTo>
                <a:lnTo>
                  <a:pt x="1568461" y="563626"/>
                </a:lnTo>
                <a:lnTo>
                  <a:pt x="1584383" y="556862"/>
                </a:lnTo>
                <a:cubicBezTo>
                  <a:pt x="1605129" y="552197"/>
                  <a:pt x="1625918" y="555643"/>
                  <a:pt x="1641833" y="568307"/>
                </a:cubicBezTo>
                <a:cubicBezTo>
                  <a:pt x="1657749" y="580971"/>
                  <a:pt x="1665777" y="600455"/>
                  <a:pt x="1665891" y="621718"/>
                </a:cubicBezTo>
                <a:lnTo>
                  <a:pt x="1662876" y="638759"/>
                </a:lnTo>
                <a:lnTo>
                  <a:pt x="1660801" y="653520"/>
                </a:lnTo>
                <a:lnTo>
                  <a:pt x="1653107" y="666828"/>
                </a:lnTo>
                <a:lnTo>
                  <a:pt x="1642464" y="685808"/>
                </a:lnTo>
                <a:lnTo>
                  <a:pt x="1641771" y="686437"/>
                </a:lnTo>
                <a:lnTo>
                  <a:pt x="1639493" y="690380"/>
                </a:lnTo>
                <a:cubicBezTo>
                  <a:pt x="1609119" y="729562"/>
                  <a:pt x="1550899" y="773157"/>
                  <a:pt x="1458979" y="798110"/>
                </a:cubicBezTo>
                <a:close/>
                <a:moveTo>
                  <a:pt x="1648770" y="1068966"/>
                </a:moveTo>
                <a:cubicBezTo>
                  <a:pt x="1599576" y="1075126"/>
                  <a:pt x="1527598" y="1064685"/>
                  <a:pt x="1445022" y="1017217"/>
                </a:cubicBezTo>
                <a:cubicBezTo>
                  <a:pt x="1515005" y="952607"/>
                  <a:pt x="1582870" y="926452"/>
                  <a:pt x="1632203" y="921543"/>
                </a:cubicBezTo>
                <a:lnTo>
                  <a:pt x="1636754" y="921707"/>
                </a:lnTo>
                <a:lnTo>
                  <a:pt x="1637654" y="921455"/>
                </a:lnTo>
                <a:lnTo>
                  <a:pt x="1659373" y="922522"/>
                </a:lnTo>
                <a:lnTo>
                  <a:pt x="1674753" y="923076"/>
                </a:lnTo>
                <a:lnTo>
                  <a:pt x="1688365" y="929165"/>
                </a:lnTo>
                <a:lnTo>
                  <a:pt x="1704397" y="935664"/>
                </a:lnTo>
                <a:cubicBezTo>
                  <a:pt x="1722349" y="947060"/>
                  <a:pt x="1734587" y="964213"/>
                  <a:pt x="1736859" y="984425"/>
                </a:cubicBezTo>
                <a:cubicBezTo>
                  <a:pt x="1739130" y="1004637"/>
                  <a:pt x="1731003" y="1024080"/>
                  <a:pt x="1716027" y="1039175"/>
                </a:cubicBezTo>
                <a:lnTo>
                  <a:pt x="1701847" y="1049062"/>
                </a:lnTo>
                <a:lnTo>
                  <a:pt x="1689915" y="1058027"/>
                </a:lnTo>
                <a:lnTo>
                  <a:pt x="1675012" y="1061989"/>
                </a:lnTo>
                <a:lnTo>
                  <a:pt x="1654103" y="1067841"/>
                </a:lnTo>
                <a:lnTo>
                  <a:pt x="1653171" y="1067795"/>
                </a:lnTo>
                <a:close/>
                <a:moveTo>
                  <a:pt x="1513102" y="1431749"/>
                </a:moveTo>
                <a:lnTo>
                  <a:pt x="1496076" y="1428738"/>
                </a:lnTo>
                <a:lnTo>
                  <a:pt x="1481301" y="1426660"/>
                </a:lnTo>
                <a:lnTo>
                  <a:pt x="1467968" y="1418953"/>
                </a:lnTo>
                <a:lnTo>
                  <a:pt x="1449012" y="1408322"/>
                </a:lnTo>
                <a:lnTo>
                  <a:pt x="1448384" y="1407631"/>
                </a:lnTo>
                <a:lnTo>
                  <a:pt x="1444441" y="1405352"/>
                </a:lnTo>
                <a:cubicBezTo>
                  <a:pt x="1405258" y="1374978"/>
                  <a:pt x="1361663" y="1316759"/>
                  <a:pt x="1336710" y="1224839"/>
                </a:cubicBezTo>
                <a:cubicBezTo>
                  <a:pt x="1431886" y="1228505"/>
                  <a:pt x="1498410" y="1257907"/>
                  <a:pt x="1536810" y="1289265"/>
                </a:cubicBezTo>
                <a:lnTo>
                  <a:pt x="1539916" y="1292596"/>
                </a:lnTo>
                <a:lnTo>
                  <a:pt x="1540732" y="1293052"/>
                </a:lnTo>
                <a:lnTo>
                  <a:pt x="1555357" y="1309144"/>
                </a:lnTo>
                <a:lnTo>
                  <a:pt x="1565855" y="1320396"/>
                </a:lnTo>
                <a:lnTo>
                  <a:pt x="1571195" y="1334320"/>
                </a:lnTo>
                <a:lnTo>
                  <a:pt x="1577957" y="1350242"/>
                </a:lnTo>
                <a:cubicBezTo>
                  <a:pt x="1582623" y="1370988"/>
                  <a:pt x="1579176" y="1391776"/>
                  <a:pt x="1566513" y="1407692"/>
                </a:cubicBezTo>
                <a:cubicBezTo>
                  <a:pt x="1553849" y="1423607"/>
                  <a:pt x="1534365" y="1431635"/>
                  <a:pt x="1513102" y="1431749"/>
                </a:cubicBezTo>
                <a:close/>
                <a:moveTo>
                  <a:pt x="771218" y="1606722"/>
                </a:moveTo>
                <a:cubicBezTo>
                  <a:pt x="750473" y="1611388"/>
                  <a:pt x="729683" y="1607941"/>
                  <a:pt x="713769" y="1595278"/>
                </a:cubicBezTo>
                <a:cubicBezTo>
                  <a:pt x="697853" y="1582614"/>
                  <a:pt x="689825" y="1563131"/>
                  <a:pt x="689712" y="1541868"/>
                </a:cubicBezTo>
                <a:lnTo>
                  <a:pt x="692732" y="1524793"/>
                </a:lnTo>
                <a:lnTo>
                  <a:pt x="694803" y="1510067"/>
                </a:lnTo>
                <a:lnTo>
                  <a:pt x="702460" y="1496821"/>
                </a:lnTo>
                <a:lnTo>
                  <a:pt x="713139" y="1477777"/>
                </a:lnTo>
                <a:lnTo>
                  <a:pt x="713835" y="1477146"/>
                </a:lnTo>
                <a:lnTo>
                  <a:pt x="716111" y="1473207"/>
                </a:lnTo>
                <a:cubicBezTo>
                  <a:pt x="746485" y="1434023"/>
                  <a:pt x="804705" y="1390429"/>
                  <a:pt x="896624" y="1365476"/>
                </a:cubicBezTo>
                <a:cubicBezTo>
                  <a:pt x="892958" y="1460652"/>
                  <a:pt x="863556" y="1527176"/>
                  <a:pt x="832198" y="1565576"/>
                </a:cubicBezTo>
                <a:lnTo>
                  <a:pt x="828860" y="1568690"/>
                </a:lnTo>
                <a:lnTo>
                  <a:pt x="828408" y="1569496"/>
                </a:lnTo>
                <a:lnTo>
                  <a:pt x="812506" y="1583948"/>
                </a:lnTo>
                <a:lnTo>
                  <a:pt x="801066" y="1594621"/>
                </a:lnTo>
                <a:lnTo>
                  <a:pt x="787073" y="1599987"/>
                </a:lnTo>
                <a:close/>
                <a:moveTo>
                  <a:pt x="1195167" y="1666259"/>
                </a:moveTo>
                <a:cubicBezTo>
                  <a:pt x="1174962" y="1668587"/>
                  <a:pt x="1155497" y="1660514"/>
                  <a:pt x="1140360" y="1645580"/>
                </a:cubicBezTo>
                <a:lnTo>
                  <a:pt x="1130444" y="1631444"/>
                </a:lnTo>
                <a:lnTo>
                  <a:pt x="1121434" y="1619522"/>
                </a:lnTo>
                <a:lnTo>
                  <a:pt x="1117419" y="1604587"/>
                </a:lnTo>
                <a:lnTo>
                  <a:pt x="1111521" y="1583736"/>
                </a:lnTo>
                <a:lnTo>
                  <a:pt x="1111564" y="1582805"/>
                </a:lnTo>
                <a:lnTo>
                  <a:pt x="1110381" y="1578405"/>
                </a:lnTo>
                <a:cubicBezTo>
                  <a:pt x="1104083" y="1529230"/>
                  <a:pt x="1114324" y="1457222"/>
                  <a:pt x="1161561" y="1374515"/>
                </a:cubicBezTo>
                <a:cubicBezTo>
                  <a:pt x="1226366" y="1444317"/>
                  <a:pt x="1252710" y="1512110"/>
                  <a:pt x="1257758" y="1561430"/>
                </a:cubicBezTo>
                <a:lnTo>
                  <a:pt x="1257606" y="1565979"/>
                </a:lnTo>
                <a:lnTo>
                  <a:pt x="1257861" y="1566880"/>
                </a:lnTo>
                <a:lnTo>
                  <a:pt x="1256854" y="1588614"/>
                </a:lnTo>
                <a:lnTo>
                  <a:pt x="1256342" y="1603982"/>
                </a:lnTo>
                <a:lnTo>
                  <a:pt x="1250289" y="1617616"/>
                </a:lnTo>
                <a:lnTo>
                  <a:pt x="1243838" y="1633661"/>
                </a:lnTo>
                <a:cubicBezTo>
                  <a:pt x="1232493" y="1651644"/>
                  <a:pt x="1215373" y="1663932"/>
                  <a:pt x="1195167" y="1666259"/>
                </a:cubicBezTo>
                <a:close/>
                <a:moveTo>
                  <a:pt x="1123385" y="1978951"/>
                </a:moveTo>
                <a:cubicBezTo>
                  <a:pt x="1674380" y="1912662"/>
                  <a:pt x="2067952" y="1417573"/>
                  <a:pt x="2002452" y="873139"/>
                </a:cubicBezTo>
                <a:cubicBezTo>
                  <a:pt x="1936952" y="328705"/>
                  <a:pt x="1437184" y="-58909"/>
                  <a:pt x="886189" y="7380"/>
                </a:cubicBezTo>
                <a:cubicBezTo>
                  <a:pt x="335195" y="73669"/>
                  <a:pt x="-58377" y="568759"/>
                  <a:pt x="7122" y="1113193"/>
                </a:cubicBezTo>
                <a:cubicBezTo>
                  <a:pt x="72622" y="1657627"/>
                  <a:pt x="572390" y="2045240"/>
                  <a:pt x="1123385" y="197895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9" name="Freeform 238">
            <a:extLst>
              <a:ext uri="{FF2B5EF4-FFF2-40B4-BE49-F238E27FC236}">
                <a16:creationId xmlns:a16="http://schemas.microsoft.com/office/drawing/2014/main" id="{D32B269C-7A28-3420-8407-C9F468C5F6E4}"/>
              </a:ext>
            </a:extLst>
          </p:cNvPr>
          <p:cNvSpPr/>
          <p:nvPr/>
        </p:nvSpPr>
        <p:spPr>
          <a:xfrm rot="2695207" flipH="1">
            <a:off x="4476001" y="534991"/>
            <a:ext cx="3239998" cy="3239999"/>
          </a:xfrm>
          <a:custGeom>
            <a:avLst/>
            <a:gdLst>
              <a:gd name="csX0" fmla="*/ 2868162 w 3239998"/>
              <a:gd name="csY0" fmla="*/ 1273204 h 3239999"/>
              <a:gd name="csX1" fmla="*/ 2870879 w 3239998"/>
              <a:gd name="csY1" fmla="*/ 1276861 h 3239999"/>
              <a:gd name="csX2" fmla="*/ 2871636 w 3239998"/>
              <a:gd name="csY2" fmla="*/ 1277406 h 3239999"/>
              <a:gd name="csX3" fmla="*/ 2884347 w 3239998"/>
              <a:gd name="csY3" fmla="*/ 1294993 h 3239999"/>
              <a:gd name="csX4" fmla="*/ 2893549 w 3239998"/>
              <a:gd name="csY4" fmla="*/ 1307383 h 3239999"/>
              <a:gd name="csX5" fmla="*/ 2897302 w 3239998"/>
              <a:gd name="csY5" fmla="*/ 1321821 h 3239999"/>
              <a:gd name="csX6" fmla="*/ 2902244 w 3239998"/>
              <a:gd name="csY6" fmla="*/ 1338393 h 3239999"/>
              <a:gd name="csX7" fmla="*/ 2884457 w 3239998"/>
              <a:gd name="csY7" fmla="*/ 1394207 h 3239999"/>
              <a:gd name="csX8" fmla="*/ 2828693 w 3239998"/>
              <a:gd name="csY8" fmla="*/ 1412150 h 3239999"/>
              <a:gd name="csX9" fmla="*/ 2812083 w 3239998"/>
              <a:gd name="csY9" fmla="*/ 1407247 h 3239999"/>
              <a:gd name="csX10" fmla="*/ 2797658 w 3239998"/>
              <a:gd name="csY10" fmla="*/ 1403541 h 3239999"/>
              <a:gd name="csX11" fmla="*/ 2785304 w 3239998"/>
              <a:gd name="csY11" fmla="*/ 1394418 h 3239999"/>
              <a:gd name="csX12" fmla="*/ 2767619 w 3239998"/>
              <a:gd name="csY12" fmla="*/ 1381713 h 3239999"/>
              <a:gd name="csX13" fmla="*/ 2767071 w 3239998"/>
              <a:gd name="csY13" fmla="*/ 1380954 h 3239999"/>
              <a:gd name="csX14" fmla="*/ 2763408 w 3239998"/>
              <a:gd name="csY14" fmla="*/ 1378250 h 3239999"/>
              <a:gd name="csX15" fmla="*/ 2676507 w 3239998"/>
              <a:gd name="csY15" fmla="*/ 1186836 h 3239999"/>
              <a:gd name="csX16" fmla="*/ 2868162 w 3239998"/>
              <a:gd name="csY16" fmla="*/ 1273204 h 3239999"/>
              <a:gd name="csX17" fmla="*/ 1948912 w 3239998"/>
              <a:gd name="csY17" fmla="*/ 356483 h 3239999"/>
              <a:gd name="csX18" fmla="*/ 2035814 w 3239998"/>
              <a:gd name="csY18" fmla="*/ 547896 h 3239999"/>
              <a:gd name="csX19" fmla="*/ 1844158 w 3239998"/>
              <a:gd name="csY19" fmla="*/ 461529 h 3239999"/>
              <a:gd name="csX20" fmla="*/ 1841445 w 3239998"/>
              <a:gd name="csY20" fmla="*/ 457876 h 3239999"/>
              <a:gd name="csX21" fmla="*/ 1840683 w 3239998"/>
              <a:gd name="csY21" fmla="*/ 457328 h 3239999"/>
              <a:gd name="csX22" fmla="*/ 1827910 w 3239998"/>
              <a:gd name="csY22" fmla="*/ 439653 h 3239999"/>
              <a:gd name="csX23" fmla="*/ 1818771 w 3239998"/>
              <a:gd name="csY23" fmla="*/ 427350 h 3239999"/>
              <a:gd name="csX24" fmla="*/ 1815027 w 3239998"/>
              <a:gd name="csY24" fmla="*/ 412942 h 3239999"/>
              <a:gd name="csX25" fmla="*/ 1810077 w 3239998"/>
              <a:gd name="csY25" fmla="*/ 396341 h 3239999"/>
              <a:gd name="csX26" fmla="*/ 1827863 w 3239998"/>
              <a:gd name="csY26" fmla="*/ 340528 h 3239999"/>
              <a:gd name="csX27" fmla="*/ 1883626 w 3239998"/>
              <a:gd name="csY27" fmla="*/ 322586 h 3239999"/>
              <a:gd name="csX28" fmla="*/ 1900149 w 3239998"/>
              <a:gd name="csY28" fmla="*/ 327462 h 3239999"/>
              <a:gd name="csX29" fmla="*/ 1914663 w 3239998"/>
              <a:gd name="csY29" fmla="*/ 331191 h 3239999"/>
              <a:gd name="csX30" fmla="*/ 1927234 w 3239998"/>
              <a:gd name="csY30" fmla="*/ 340475 h 3239999"/>
              <a:gd name="csX31" fmla="*/ 1944699 w 3239998"/>
              <a:gd name="csY31" fmla="*/ 353022 h 3239999"/>
              <a:gd name="csX32" fmla="*/ 1945241 w 3239998"/>
              <a:gd name="csY32" fmla="*/ 353772 h 3239999"/>
              <a:gd name="csX33" fmla="*/ 2850702 w 3239998"/>
              <a:gd name="csY33" fmla="*/ 926083 h 3239999"/>
              <a:gd name="csX34" fmla="*/ 2877662 w 3239998"/>
              <a:gd name="csY34" fmla="*/ 978090 h 3239999"/>
              <a:gd name="csX35" fmla="*/ 2850992 w 3239998"/>
              <a:gd name="csY35" fmla="*/ 1030246 h 3239999"/>
              <a:gd name="csX36" fmla="*/ 2835797 w 3239998"/>
              <a:gd name="csY36" fmla="*/ 1038542 h 3239999"/>
              <a:gd name="csX37" fmla="*/ 2822983 w 3239998"/>
              <a:gd name="csY37" fmla="*/ 1046141 h 3239999"/>
              <a:gd name="csX38" fmla="*/ 2807818 w 3239998"/>
              <a:gd name="csY38" fmla="*/ 1048445 h 3239999"/>
              <a:gd name="csX39" fmla="*/ 2786316 w 3239998"/>
              <a:gd name="csY39" fmla="*/ 1051999 h 3239999"/>
              <a:gd name="csX40" fmla="*/ 2785390 w 3239998"/>
              <a:gd name="csY40" fmla="*/ 1051851 h 3239999"/>
              <a:gd name="csX41" fmla="*/ 2780890 w 3239998"/>
              <a:gd name="csY41" fmla="*/ 1052534 h 3239999"/>
              <a:gd name="csX42" fmla="*/ 2583989 w 3239998"/>
              <a:gd name="csY42" fmla="*/ 978908 h 3239999"/>
              <a:gd name="csX43" fmla="*/ 2780476 w 3239998"/>
              <a:gd name="csY43" fmla="*/ 904185 h 3239999"/>
              <a:gd name="csX44" fmla="*/ 2784984 w 3239998"/>
              <a:gd name="csY44" fmla="*/ 904843 h 3239999"/>
              <a:gd name="csX45" fmla="*/ 2785904 w 3239998"/>
              <a:gd name="csY45" fmla="*/ 904691 h 3239999"/>
              <a:gd name="csX46" fmla="*/ 2807307 w 3239998"/>
              <a:gd name="csY46" fmla="*/ 908106 h 3239999"/>
              <a:gd name="csX47" fmla="*/ 2822604 w 3239998"/>
              <a:gd name="csY47" fmla="*/ 910342 h 3239999"/>
              <a:gd name="csX48" fmla="*/ 2835496 w 3239998"/>
              <a:gd name="csY48" fmla="*/ 917890 h 3239999"/>
              <a:gd name="csX49" fmla="*/ 2313585 w 3239998"/>
              <a:gd name="csY49" fmla="*/ 389532 h 3239999"/>
              <a:gd name="csX50" fmla="*/ 2321821 w 3239998"/>
              <a:gd name="csY50" fmla="*/ 404715 h 3239999"/>
              <a:gd name="csX51" fmla="*/ 2329405 w 3239998"/>
              <a:gd name="csY51" fmla="*/ 417585 h 3239999"/>
              <a:gd name="csX52" fmla="*/ 2331684 w 3239998"/>
              <a:gd name="csY52" fmla="*/ 432876 h 3239999"/>
              <a:gd name="csX53" fmla="*/ 2335158 w 3239998"/>
              <a:gd name="csY53" fmla="*/ 454270 h 3239999"/>
              <a:gd name="csX54" fmla="*/ 2335009 w 3239998"/>
              <a:gd name="csY54" fmla="*/ 455190 h 3239999"/>
              <a:gd name="csX55" fmla="*/ 2335680 w 3239998"/>
              <a:gd name="csY55" fmla="*/ 459696 h 3239999"/>
              <a:gd name="csX56" fmla="*/ 2261505 w 3239998"/>
              <a:gd name="csY56" fmla="*/ 656391 h 3239999"/>
              <a:gd name="csX57" fmla="*/ 2187330 w 3239998"/>
              <a:gd name="csY57" fmla="*/ 459696 h 3239999"/>
              <a:gd name="csX58" fmla="*/ 2188000 w 3239998"/>
              <a:gd name="csY58" fmla="*/ 455194 h 3239999"/>
              <a:gd name="csX59" fmla="*/ 2187850 w 3239998"/>
              <a:gd name="csY59" fmla="*/ 454269 h 3239999"/>
              <a:gd name="csX60" fmla="*/ 2191344 w 3239998"/>
              <a:gd name="csY60" fmla="*/ 432757 h 3239999"/>
              <a:gd name="csX61" fmla="*/ 2193605 w 3239998"/>
              <a:gd name="csY61" fmla="*/ 417585 h 3239999"/>
              <a:gd name="csX62" fmla="*/ 2201169 w 3239998"/>
              <a:gd name="csY62" fmla="*/ 404750 h 3239999"/>
              <a:gd name="csX63" fmla="*/ 2209423 w 3239998"/>
              <a:gd name="csY63" fmla="*/ 389532 h 3239999"/>
              <a:gd name="csX64" fmla="*/ 2261504 w 3239998"/>
              <a:gd name="csY64" fmla="*/ 362717 h 3239999"/>
              <a:gd name="csX65" fmla="*/ 2313585 w 3239998"/>
              <a:gd name="csY65" fmla="*/ 389532 h 3239999"/>
              <a:gd name="csX66" fmla="*/ 2659998 w 3239998"/>
              <a:gd name="csY66" fmla="*/ 577097 h 3239999"/>
              <a:gd name="csX67" fmla="*/ 2677942 w 3239998"/>
              <a:gd name="csY67" fmla="*/ 632860 h 3239999"/>
              <a:gd name="csX68" fmla="*/ 2673045 w 3239998"/>
              <a:gd name="csY68" fmla="*/ 649451 h 3239999"/>
              <a:gd name="csX69" fmla="*/ 2669333 w 3239998"/>
              <a:gd name="csY69" fmla="*/ 663894 h 3239999"/>
              <a:gd name="csX70" fmla="*/ 2660185 w 3239998"/>
              <a:gd name="csY70" fmla="*/ 676284 h 3239999"/>
              <a:gd name="csX71" fmla="*/ 2647505 w 3239998"/>
              <a:gd name="csY71" fmla="*/ 693933 h 3239999"/>
              <a:gd name="csX72" fmla="*/ 2646747 w 3239998"/>
              <a:gd name="csY72" fmla="*/ 694480 h 3239999"/>
              <a:gd name="csX73" fmla="*/ 2644042 w 3239998"/>
              <a:gd name="csY73" fmla="*/ 698145 h 3239999"/>
              <a:gd name="csX74" fmla="*/ 2452628 w 3239998"/>
              <a:gd name="csY74" fmla="*/ 785045 h 3239999"/>
              <a:gd name="csX75" fmla="*/ 2538995 w 3239998"/>
              <a:gd name="csY75" fmla="*/ 593390 h 3239999"/>
              <a:gd name="csX76" fmla="*/ 2542652 w 3239998"/>
              <a:gd name="csY76" fmla="*/ 590675 h 3239999"/>
              <a:gd name="csX77" fmla="*/ 2543197 w 3239998"/>
              <a:gd name="csY77" fmla="*/ 589916 h 3239999"/>
              <a:gd name="csX78" fmla="*/ 2560811 w 3239998"/>
              <a:gd name="csY78" fmla="*/ 577187 h 3239999"/>
              <a:gd name="csX79" fmla="*/ 2573175 w 3239998"/>
              <a:gd name="csY79" fmla="*/ 568003 h 3239999"/>
              <a:gd name="csX80" fmla="*/ 2587608 w 3239998"/>
              <a:gd name="csY80" fmla="*/ 564252 h 3239999"/>
              <a:gd name="csX81" fmla="*/ 2604185 w 3239998"/>
              <a:gd name="csY81" fmla="*/ 559308 h 3239999"/>
              <a:gd name="csX82" fmla="*/ 2659998 w 3239998"/>
              <a:gd name="csY82" fmla="*/ 577097 h 3239999"/>
              <a:gd name="csX83" fmla="*/ 2763914 w 3239998"/>
              <a:gd name="csY83" fmla="*/ 472891 h 3239999"/>
              <a:gd name="csX84" fmla="*/ 472890 w 3239998"/>
              <a:gd name="csY84" fmla="*/ 476085 h 3239999"/>
              <a:gd name="csX85" fmla="*/ 476084 w 3239998"/>
              <a:gd name="csY85" fmla="*/ 2767109 h 3239999"/>
              <a:gd name="csX86" fmla="*/ 2767108 w 3239998"/>
              <a:gd name="csY86" fmla="*/ 2763914 h 3239999"/>
              <a:gd name="csX87" fmla="*/ 2763914 w 3239998"/>
              <a:gd name="csY87" fmla="*/ 472891 h 3239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</a:cxnLst>
            <a:rect l="l" t="t" r="r" b="b"/>
            <a:pathLst>
              <a:path w="3239998" h="3239999">
                <a:moveTo>
                  <a:pt x="2868162" y="1273204"/>
                </a:moveTo>
                <a:lnTo>
                  <a:pt x="2870879" y="1276861"/>
                </a:lnTo>
                <a:lnTo>
                  <a:pt x="2871636" y="1277406"/>
                </a:lnTo>
                <a:lnTo>
                  <a:pt x="2884347" y="1294993"/>
                </a:lnTo>
                <a:lnTo>
                  <a:pt x="2893549" y="1307383"/>
                </a:lnTo>
                <a:lnTo>
                  <a:pt x="2897302" y="1321821"/>
                </a:lnTo>
                <a:lnTo>
                  <a:pt x="2902244" y="1338393"/>
                </a:lnTo>
                <a:cubicBezTo>
                  <a:pt x="2904564" y="1359530"/>
                  <a:pt x="2898819" y="1379805"/>
                  <a:pt x="2884457" y="1394207"/>
                </a:cubicBezTo>
                <a:cubicBezTo>
                  <a:pt x="2870095" y="1408609"/>
                  <a:pt x="2849836" y="1414411"/>
                  <a:pt x="2828693" y="1412150"/>
                </a:cubicBezTo>
                <a:lnTo>
                  <a:pt x="2812083" y="1407247"/>
                </a:lnTo>
                <a:lnTo>
                  <a:pt x="2797658" y="1403541"/>
                </a:lnTo>
                <a:lnTo>
                  <a:pt x="2785304" y="1394418"/>
                </a:lnTo>
                <a:lnTo>
                  <a:pt x="2767619" y="1381713"/>
                </a:lnTo>
                <a:lnTo>
                  <a:pt x="2767071" y="1380954"/>
                </a:lnTo>
                <a:lnTo>
                  <a:pt x="2763408" y="1378250"/>
                </a:lnTo>
                <a:cubicBezTo>
                  <a:pt x="2727861" y="1343690"/>
                  <a:pt x="2691041" y="1280967"/>
                  <a:pt x="2676507" y="1186836"/>
                </a:cubicBezTo>
                <a:cubicBezTo>
                  <a:pt x="2770679" y="1201107"/>
                  <a:pt x="2833504" y="1237753"/>
                  <a:pt x="2868162" y="1273204"/>
                </a:cubicBezTo>
                <a:close/>
                <a:moveTo>
                  <a:pt x="1948912" y="356483"/>
                </a:moveTo>
                <a:cubicBezTo>
                  <a:pt x="1984460" y="391042"/>
                  <a:pt x="2021280" y="453765"/>
                  <a:pt x="2035814" y="547896"/>
                </a:cubicBezTo>
                <a:cubicBezTo>
                  <a:pt x="1941642" y="533625"/>
                  <a:pt x="1878817" y="496980"/>
                  <a:pt x="1844158" y="461529"/>
                </a:cubicBezTo>
                <a:lnTo>
                  <a:pt x="1841445" y="457876"/>
                </a:lnTo>
                <a:lnTo>
                  <a:pt x="1840683" y="457328"/>
                </a:lnTo>
                <a:lnTo>
                  <a:pt x="1827910" y="439653"/>
                </a:lnTo>
                <a:lnTo>
                  <a:pt x="1818771" y="427350"/>
                </a:lnTo>
                <a:lnTo>
                  <a:pt x="1815027" y="412942"/>
                </a:lnTo>
                <a:lnTo>
                  <a:pt x="1810077" y="396341"/>
                </a:lnTo>
                <a:cubicBezTo>
                  <a:pt x="1807756" y="375203"/>
                  <a:pt x="1813502" y="354930"/>
                  <a:pt x="1827863" y="340528"/>
                </a:cubicBezTo>
                <a:cubicBezTo>
                  <a:pt x="1842224" y="326127"/>
                  <a:pt x="1862483" y="320323"/>
                  <a:pt x="1883626" y="322586"/>
                </a:cubicBezTo>
                <a:lnTo>
                  <a:pt x="1900149" y="327462"/>
                </a:lnTo>
                <a:lnTo>
                  <a:pt x="1914663" y="331191"/>
                </a:lnTo>
                <a:lnTo>
                  <a:pt x="1927234" y="340475"/>
                </a:lnTo>
                <a:lnTo>
                  <a:pt x="1944699" y="353022"/>
                </a:lnTo>
                <a:lnTo>
                  <a:pt x="1945241" y="353772"/>
                </a:lnTo>
                <a:close/>
                <a:moveTo>
                  <a:pt x="2850702" y="926083"/>
                </a:moveTo>
                <a:cubicBezTo>
                  <a:pt x="2867307" y="939366"/>
                  <a:pt x="2877605" y="957751"/>
                  <a:pt x="2877662" y="978090"/>
                </a:cubicBezTo>
                <a:cubicBezTo>
                  <a:pt x="2877718" y="998428"/>
                  <a:pt x="2867523" y="1016870"/>
                  <a:pt x="2850992" y="1030246"/>
                </a:cubicBezTo>
                <a:lnTo>
                  <a:pt x="2835797" y="1038542"/>
                </a:lnTo>
                <a:lnTo>
                  <a:pt x="2822983" y="1046141"/>
                </a:lnTo>
                <a:lnTo>
                  <a:pt x="2807818" y="1048445"/>
                </a:lnTo>
                <a:lnTo>
                  <a:pt x="2786316" y="1051999"/>
                </a:lnTo>
                <a:lnTo>
                  <a:pt x="2785390" y="1051851"/>
                </a:lnTo>
                <a:lnTo>
                  <a:pt x="2780890" y="1052534"/>
                </a:lnTo>
                <a:cubicBezTo>
                  <a:pt x="2731318" y="1053302"/>
                  <a:pt x="2660905" y="1035084"/>
                  <a:pt x="2583989" y="978908"/>
                </a:cubicBezTo>
                <a:cubicBezTo>
                  <a:pt x="2660590" y="922303"/>
                  <a:pt x="2730901" y="903693"/>
                  <a:pt x="2780476" y="904185"/>
                </a:cubicBezTo>
                <a:lnTo>
                  <a:pt x="2784984" y="904843"/>
                </a:lnTo>
                <a:lnTo>
                  <a:pt x="2785904" y="904691"/>
                </a:lnTo>
                <a:lnTo>
                  <a:pt x="2807307" y="908106"/>
                </a:lnTo>
                <a:lnTo>
                  <a:pt x="2822604" y="910342"/>
                </a:lnTo>
                <a:lnTo>
                  <a:pt x="2835496" y="917890"/>
                </a:lnTo>
                <a:close/>
                <a:moveTo>
                  <a:pt x="2313585" y="389532"/>
                </a:moveTo>
                <a:lnTo>
                  <a:pt x="2321821" y="404715"/>
                </a:lnTo>
                <a:lnTo>
                  <a:pt x="2329405" y="417585"/>
                </a:lnTo>
                <a:lnTo>
                  <a:pt x="2331684" y="432876"/>
                </a:lnTo>
                <a:lnTo>
                  <a:pt x="2335158" y="454270"/>
                </a:lnTo>
                <a:lnTo>
                  <a:pt x="2335009" y="455190"/>
                </a:lnTo>
                <a:lnTo>
                  <a:pt x="2335680" y="459696"/>
                </a:lnTo>
                <a:cubicBezTo>
                  <a:pt x="2336310" y="509269"/>
                  <a:pt x="2317896" y="579632"/>
                  <a:pt x="2261505" y="656391"/>
                </a:cubicBezTo>
                <a:cubicBezTo>
                  <a:pt x="2205114" y="579632"/>
                  <a:pt x="2186700" y="509270"/>
                  <a:pt x="2187330" y="459696"/>
                </a:cubicBezTo>
                <a:lnTo>
                  <a:pt x="2188000" y="455194"/>
                </a:lnTo>
                <a:lnTo>
                  <a:pt x="2187850" y="454269"/>
                </a:lnTo>
                <a:lnTo>
                  <a:pt x="2191344" y="432757"/>
                </a:lnTo>
                <a:lnTo>
                  <a:pt x="2193605" y="417585"/>
                </a:lnTo>
                <a:lnTo>
                  <a:pt x="2201169" y="404750"/>
                </a:lnTo>
                <a:lnTo>
                  <a:pt x="2209423" y="389532"/>
                </a:lnTo>
                <a:cubicBezTo>
                  <a:pt x="2222752" y="372964"/>
                  <a:pt x="2241165" y="362716"/>
                  <a:pt x="2261504" y="362717"/>
                </a:cubicBezTo>
                <a:cubicBezTo>
                  <a:pt x="2281843" y="362717"/>
                  <a:pt x="2300257" y="372964"/>
                  <a:pt x="2313585" y="389532"/>
                </a:cubicBezTo>
                <a:close/>
                <a:moveTo>
                  <a:pt x="2659998" y="577097"/>
                </a:moveTo>
                <a:cubicBezTo>
                  <a:pt x="2674400" y="591458"/>
                  <a:pt x="2680203" y="611716"/>
                  <a:pt x="2677942" y="632860"/>
                </a:cubicBezTo>
                <a:lnTo>
                  <a:pt x="2673045" y="649451"/>
                </a:lnTo>
                <a:lnTo>
                  <a:pt x="2669333" y="663894"/>
                </a:lnTo>
                <a:lnTo>
                  <a:pt x="2660185" y="676284"/>
                </a:lnTo>
                <a:lnTo>
                  <a:pt x="2647505" y="693933"/>
                </a:lnTo>
                <a:lnTo>
                  <a:pt x="2646747" y="694480"/>
                </a:lnTo>
                <a:lnTo>
                  <a:pt x="2644042" y="698145"/>
                </a:lnTo>
                <a:cubicBezTo>
                  <a:pt x="2609483" y="733691"/>
                  <a:pt x="2546760" y="770512"/>
                  <a:pt x="2452628" y="785045"/>
                </a:cubicBezTo>
                <a:cubicBezTo>
                  <a:pt x="2466899" y="690873"/>
                  <a:pt x="2503545" y="628048"/>
                  <a:pt x="2538995" y="593390"/>
                </a:cubicBezTo>
                <a:lnTo>
                  <a:pt x="2542652" y="590675"/>
                </a:lnTo>
                <a:lnTo>
                  <a:pt x="2543197" y="589916"/>
                </a:lnTo>
                <a:lnTo>
                  <a:pt x="2560811" y="577187"/>
                </a:lnTo>
                <a:lnTo>
                  <a:pt x="2573175" y="568003"/>
                </a:lnTo>
                <a:lnTo>
                  <a:pt x="2587608" y="564252"/>
                </a:lnTo>
                <a:lnTo>
                  <a:pt x="2604185" y="559308"/>
                </a:lnTo>
                <a:cubicBezTo>
                  <a:pt x="2625322" y="556988"/>
                  <a:pt x="2645596" y="562735"/>
                  <a:pt x="2659998" y="577097"/>
                </a:cubicBezTo>
                <a:close/>
                <a:moveTo>
                  <a:pt x="2763914" y="472891"/>
                </a:moveTo>
                <a:cubicBezTo>
                  <a:pt x="2130383" y="-158876"/>
                  <a:pt x="1104657" y="-157446"/>
                  <a:pt x="472890" y="476085"/>
                </a:cubicBezTo>
                <a:cubicBezTo>
                  <a:pt x="-158876" y="1109616"/>
                  <a:pt x="-157446" y="2135342"/>
                  <a:pt x="476084" y="2767109"/>
                </a:cubicBezTo>
                <a:cubicBezTo>
                  <a:pt x="1109615" y="3398875"/>
                  <a:pt x="2135342" y="3397445"/>
                  <a:pt x="2767108" y="2763914"/>
                </a:cubicBezTo>
                <a:cubicBezTo>
                  <a:pt x="3398875" y="2130384"/>
                  <a:pt x="3397444" y="1104657"/>
                  <a:pt x="2763914" y="47289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9" name="Freeform 278">
            <a:extLst>
              <a:ext uri="{FF2B5EF4-FFF2-40B4-BE49-F238E27FC236}">
                <a16:creationId xmlns:a16="http://schemas.microsoft.com/office/drawing/2014/main" id="{16E8A0A2-9FAA-AE43-A32A-01226B08A8C7}"/>
              </a:ext>
            </a:extLst>
          </p:cNvPr>
          <p:cNvSpPr/>
          <p:nvPr/>
        </p:nvSpPr>
        <p:spPr>
          <a:xfrm rot="18904793" flipH="1" flipV="1">
            <a:off x="4476001" y="3084894"/>
            <a:ext cx="3239998" cy="3239999"/>
          </a:xfrm>
          <a:custGeom>
            <a:avLst/>
            <a:gdLst>
              <a:gd name="csX0" fmla="*/ 2452629 w 3239998"/>
              <a:gd name="csY0" fmla="*/ 785045 h 3239999"/>
              <a:gd name="csX1" fmla="*/ 2644042 w 3239998"/>
              <a:gd name="csY1" fmla="*/ 698144 h 3239999"/>
              <a:gd name="csX2" fmla="*/ 2646747 w 3239998"/>
              <a:gd name="csY2" fmla="*/ 694481 h 3239999"/>
              <a:gd name="csX3" fmla="*/ 2647505 w 3239998"/>
              <a:gd name="csY3" fmla="*/ 693933 h 3239999"/>
              <a:gd name="csX4" fmla="*/ 2660184 w 3239998"/>
              <a:gd name="csY4" fmla="*/ 676284 h 3239999"/>
              <a:gd name="csX5" fmla="*/ 2669333 w 3239998"/>
              <a:gd name="csY5" fmla="*/ 663894 h 3239999"/>
              <a:gd name="csX6" fmla="*/ 2673045 w 3239998"/>
              <a:gd name="csY6" fmla="*/ 649451 h 3239999"/>
              <a:gd name="csX7" fmla="*/ 2677941 w 3239998"/>
              <a:gd name="csY7" fmla="*/ 632860 h 3239999"/>
              <a:gd name="csX8" fmla="*/ 2659998 w 3239998"/>
              <a:gd name="csY8" fmla="*/ 577096 h 3239999"/>
              <a:gd name="csX9" fmla="*/ 2604184 w 3239998"/>
              <a:gd name="csY9" fmla="*/ 559308 h 3239999"/>
              <a:gd name="csX10" fmla="*/ 2587608 w 3239998"/>
              <a:gd name="csY10" fmla="*/ 564252 h 3239999"/>
              <a:gd name="csX11" fmla="*/ 2573175 w 3239998"/>
              <a:gd name="csY11" fmla="*/ 568003 h 3239999"/>
              <a:gd name="csX12" fmla="*/ 2560810 w 3239998"/>
              <a:gd name="csY12" fmla="*/ 577187 h 3239999"/>
              <a:gd name="csX13" fmla="*/ 2543197 w 3239998"/>
              <a:gd name="csY13" fmla="*/ 589916 h 3239999"/>
              <a:gd name="csX14" fmla="*/ 2542652 w 3239998"/>
              <a:gd name="csY14" fmla="*/ 590675 h 3239999"/>
              <a:gd name="csX15" fmla="*/ 2538995 w 3239998"/>
              <a:gd name="csY15" fmla="*/ 593390 h 3239999"/>
              <a:gd name="csX16" fmla="*/ 2452629 w 3239998"/>
              <a:gd name="csY16" fmla="*/ 785045 h 3239999"/>
              <a:gd name="csX17" fmla="*/ 2261504 w 3239998"/>
              <a:gd name="csY17" fmla="*/ 656394 h 3239999"/>
              <a:gd name="csX18" fmla="*/ 2335679 w 3239998"/>
              <a:gd name="csY18" fmla="*/ 459699 h 3239999"/>
              <a:gd name="csX19" fmla="*/ 2335008 w 3239998"/>
              <a:gd name="csY19" fmla="*/ 455195 h 3239999"/>
              <a:gd name="csX20" fmla="*/ 2335158 w 3239998"/>
              <a:gd name="csY20" fmla="*/ 454272 h 3239999"/>
              <a:gd name="csX21" fmla="*/ 2331672 w 3239998"/>
              <a:gd name="csY21" fmla="*/ 432810 h 3239999"/>
              <a:gd name="csX22" fmla="*/ 2329404 w 3239998"/>
              <a:gd name="csY22" fmla="*/ 417588 h 3239999"/>
              <a:gd name="csX23" fmla="*/ 2321836 w 3239998"/>
              <a:gd name="csY23" fmla="*/ 404746 h 3239999"/>
              <a:gd name="csX24" fmla="*/ 2313585 w 3239998"/>
              <a:gd name="csY24" fmla="*/ 389534 h 3239999"/>
              <a:gd name="csX25" fmla="*/ 2261504 w 3239998"/>
              <a:gd name="csY25" fmla="*/ 362719 h 3239999"/>
              <a:gd name="csX26" fmla="*/ 2209423 w 3239998"/>
              <a:gd name="csY26" fmla="*/ 389534 h 3239999"/>
              <a:gd name="csX27" fmla="*/ 2201172 w 3239998"/>
              <a:gd name="csY27" fmla="*/ 404746 h 3239999"/>
              <a:gd name="csX28" fmla="*/ 2193604 w 3239998"/>
              <a:gd name="csY28" fmla="*/ 417588 h 3239999"/>
              <a:gd name="csX29" fmla="*/ 2191336 w 3239998"/>
              <a:gd name="csY29" fmla="*/ 432806 h 3239999"/>
              <a:gd name="csX30" fmla="*/ 2187850 w 3239998"/>
              <a:gd name="csY30" fmla="*/ 454272 h 3239999"/>
              <a:gd name="csX31" fmla="*/ 2188000 w 3239998"/>
              <a:gd name="csY31" fmla="*/ 455195 h 3239999"/>
              <a:gd name="csX32" fmla="*/ 2187329 w 3239998"/>
              <a:gd name="csY32" fmla="*/ 459699 h 3239999"/>
              <a:gd name="csX33" fmla="*/ 2261504 w 3239998"/>
              <a:gd name="csY33" fmla="*/ 656394 h 3239999"/>
              <a:gd name="csX34" fmla="*/ 2583987 w 3239998"/>
              <a:gd name="csY34" fmla="*/ 978909 h 3239999"/>
              <a:gd name="csX35" fmla="*/ 2780888 w 3239998"/>
              <a:gd name="csY35" fmla="*/ 1052535 h 3239999"/>
              <a:gd name="csX36" fmla="*/ 2785391 w 3239998"/>
              <a:gd name="csY36" fmla="*/ 1051851 h 3239999"/>
              <a:gd name="csX37" fmla="*/ 2786314 w 3239998"/>
              <a:gd name="csY37" fmla="*/ 1051999 h 3239999"/>
              <a:gd name="csX38" fmla="*/ 2807769 w 3239998"/>
              <a:gd name="csY38" fmla="*/ 1048453 h 3239999"/>
              <a:gd name="csX39" fmla="*/ 2822982 w 3239998"/>
              <a:gd name="csY39" fmla="*/ 1046143 h 3239999"/>
              <a:gd name="csX40" fmla="*/ 2835803 w 3239998"/>
              <a:gd name="csY40" fmla="*/ 1038539 h 3239999"/>
              <a:gd name="csX41" fmla="*/ 2850992 w 3239998"/>
              <a:gd name="csY41" fmla="*/ 1030245 h 3239999"/>
              <a:gd name="csX42" fmla="*/ 2877661 w 3239998"/>
              <a:gd name="csY42" fmla="*/ 978090 h 3239999"/>
              <a:gd name="csX43" fmla="*/ 2850701 w 3239998"/>
              <a:gd name="csY43" fmla="*/ 926083 h 3239999"/>
              <a:gd name="csX44" fmla="*/ 2835466 w 3239998"/>
              <a:gd name="csY44" fmla="*/ 917875 h 3239999"/>
              <a:gd name="csX45" fmla="*/ 2822603 w 3239998"/>
              <a:gd name="csY45" fmla="*/ 910343 h 3239999"/>
              <a:gd name="csX46" fmla="*/ 2807375 w 3239998"/>
              <a:gd name="csY46" fmla="*/ 908118 h 3239999"/>
              <a:gd name="csX47" fmla="*/ 2785903 w 3239998"/>
              <a:gd name="csY47" fmla="*/ 904691 h 3239999"/>
              <a:gd name="csX48" fmla="*/ 2784981 w 3239998"/>
              <a:gd name="csY48" fmla="*/ 904844 h 3239999"/>
              <a:gd name="csX49" fmla="*/ 2780475 w 3239998"/>
              <a:gd name="csY49" fmla="*/ 904186 h 3239999"/>
              <a:gd name="csX50" fmla="*/ 2583987 w 3239998"/>
              <a:gd name="csY50" fmla="*/ 978909 h 3239999"/>
              <a:gd name="csX51" fmla="*/ 1844158 w 3239998"/>
              <a:gd name="csY51" fmla="*/ 461530 h 3239999"/>
              <a:gd name="csX52" fmla="*/ 2035814 w 3239998"/>
              <a:gd name="csY52" fmla="*/ 547897 h 3239999"/>
              <a:gd name="csX53" fmla="*/ 1948913 w 3239998"/>
              <a:gd name="csY53" fmla="*/ 356483 h 3239999"/>
              <a:gd name="csX54" fmla="*/ 1945241 w 3239998"/>
              <a:gd name="csY54" fmla="*/ 353772 h 3239999"/>
              <a:gd name="csX55" fmla="*/ 1944699 w 3239998"/>
              <a:gd name="csY55" fmla="*/ 353023 h 3239999"/>
              <a:gd name="csX56" fmla="*/ 1927234 w 3239998"/>
              <a:gd name="csY56" fmla="*/ 340476 h 3239999"/>
              <a:gd name="csX57" fmla="*/ 1914663 w 3239998"/>
              <a:gd name="csY57" fmla="*/ 331192 h 3239999"/>
              <a:gd name="csX58" fmla="*/ 1900149 w 3239998"/>
              <a:gd name="csY58" fmla="*/ 327463 h 3239999"/>
              <a:gd name="csX59" fmla="*/ 1883626 w 3239998"/>
              <a:gd name="csY59" fmla="*/ 322586 h 3239999"/>
              <a:gd name="csX60" fmla="*/ 1827863 w 3239998"/>
              <a:gd name="csY60" fmla="*/ 340528 h 3239999"/>
              <a:gd name="csX61" fmla="*/ 1810076 w 3239998"/>
              <a:gd name="csY61" fmla="*/ 396342 h 3239999"/>
              <a:gd name="csX62" fmla="*/ 1815027 w 3239998"/>
              <a:gd name="csY62" fmla="*/ 412943 h 3239999"/>
              <a:gd name="csX63" fmla="*/ 1818772 w 3239998"/>
              <a:gd name="csY63" fmla="*/ 427351 h 3239999"/>
              <a:gd name="csX64" fmla="*/ 1827910 w 3239998"/>
              <a:gd name="csY64" fmla="*/ 439654 h 3239999"/>
              <a:gd name="csX65" fmla="*/ 1840684 w 3239998"/>
              <a:gd name="csY65" fmla="*/ 457329 h 3239999"/>
              <a:gd name="csX66" fmla="*/ 1841445 w 3239998"/>
              <a:gd name="csY66" fmla="*/ 457877 h 3239999"/>
              <a:gd name="csX67" fmla="*/ 2763408 w 3239998"/>
              <a:gd name="csY67" fmla="*/ 1378250 h 3239999"/>
              <a:gd name="csX68" fmla="*/ 2767073 w 3239998"/>
              <a:gd name="csY68" fmla="*/ 1380956 h 3239999"/>
              <a:gd name="csX69" fmla="*/ 2767620 w 3239998"/>
              <a:gd name="csY69" fmla="*/ 1381712 h 3239999"/>
              <a:gd name="csX70" fmla="*/ 2785243 w 3239998"/>
              <a:gd name="csY70" fmla="*/ 1394373 h 3239999"/>
              <a:gd name="csX71" fmla="*/ 2797658 w 3239998"/>
              <a:gd name="csY71" fmla="*/ 1403541 h 3239999"/>
              <a:gd name="csX72" fmla="*/ 2812107 w 3239998"/>
              <a:gd name="csY72" fmla="*/ 1407254 h 3239999"/>
              <a:gd name="csX73" fmla="*/ 2828693 w 3239998"/>
              <a:gd name="csY73" fmla="*/ 1412149 h 3239999"/>
              <a:gd name="csX74" fmla="*/ 2884457 w 3239998"/>
              <a:gd name="csY74" fmla="*/ 1394206 h 3239999"/>
              <a:gd name="csX75" fmla="*/ 2902244 w 3239998"/>
              <a:gd name="csY75" fmla="*/ 1338393 h 3239999"/>
              <a:gd name="csX76" fmla="*/ 2897295 w 3239998"/>
              <a:gd name="csY76" fmla="*/ 1321797 h 3239999"/>
              <a:gd name="csX77" fmla="*/ 2893549 w 3239998"/>
              <a:gd name="csY77" fmla="*/ 1307383 h 3239999"/>
              <a:gd name="csX78" fmla="*/ 2884392 w 3239998"/>
              <a:gd name="csY78" fmla="*/ 1295053 h 3239999"/>
              <a:gd name="csX79" fmla="*/ 2871637 w 3239998"/>
              <a:gd name="csY79" fmla="*/ 1277404 h 3239999"/>
              <a:gd name="csX80" fmla="*/ 2870877 w 3239998"/>
              <a:gd name="csY80" fmla="*/ 1276858 h 3239999"/>
              <a:gd name="csX81" fmla="*/ 2868162 w 3239998"/>
              <a:gd name="csY81" fmla="*/ 1273203 h 3239999"/>
              <a:gd name="csX82" fmla="*/ 2676507 w 3239998"/>
              <a:gd name="csY82" fmla="*/ 1186836 h 3239999"/>
              <a:gd name="csX83" fmla="*/ 2763408 w 3239998"/>
              <a:gd name="csY83" fmla="*/ 1378250 h 3239999"/>
              <a:gd name="csX84" fmla="*/ 476084 w 3239998"/>
              <a:gd name="csY84" fmla="*/ 2767109 h 3239999"/>
              <a:gd name="csX85" fmla="*/ 472890 w 3239998"/>
              <a:gd name="csY85" fmla="*/ 476085 h 3239999"/>
              <a:gd name="csX86" fmla="*/ 2763914 w 3239998"/>
              <a:gd name="csY86" fmla="*/ 472891 h 3239999"/>
              <a:gd name="csX87" fmla="*/ 2767108 w 3239998"/>
              <a:gd name="csY87" fmla="*/ 2763915 h 3239999"/>
              <a:gd name="csX88" fmla="*/ 476084 w 3239998"/>
              <a:gd name="csY88" fmla="*/ 2767109 h 3239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3239998" h="3239999">
                <a:moveTo>
                  <a:pt x="2452629" y="785045"/>
                </a:moveTo>
                <a:cubicBezTo>
                  <a:pt x="2546760" y="770512"/>
                  <a:pt x="2609482" y="733691"/>
                  <a:pt x="2644042" y="698144"/>
                </a:cubicBezTo>
                <a:lnTo>
                  <a:pt x="2646747" y="694481"/>
                </a:lnTo>
                <a:lnTo>
                  <a:pt x="2647505" y="693933"/>
                </a:lnTo>
                <a:lnTo>
                  <a:pt x="2660184" y="676284"/>
                </a:lnTo>
                <a:lnTo>
                  <a:pt x="2669333" y="663894"/>
                </a:lnTo>
                <a:lnTo>
                  <a:pt x="2673045" y="649451"/>
                </a:lnTo>
                <a:lnTo>
                  <a:pt x="2677941" y="632860"/>
                </a:lnTo>
                <a:cubicBezTo>
                  <a:pt x="2680203" y="611716"/>
                  <a:pt x="2674400" y="591458"/>
                  <a:pt x="2659998" y="577096"/>
                </a:cubicBezTo>
                <a:cubicBezTo>
                  <a:pt x="2645597" y="562735"/>
                  <a:pt x="2625322" y="556988"/>
                  <a:pt x="2604184" y="559308"/>
                </a:cubicBezTo>
                <a:lnTo>
                  <a:pt x="2587608" y="564252"/>
                </a:lnTo>
                <a:lnTo>
                  <a:pt x="2573175" y="568003"/>
                </a:lnTo>
                <a:lnTo>
                  <a:pt x="2560810" y="577187"/>
                </a:lnTo>
                <a:lnTo>
                  <a:pt x="2543197" y="589916"/>
                </a:lnTo>
                <a:lnTo>
                  <a:pt x="2542652" y="590675"/>
                </a:lnTo>
                <a:lnTo>
                  <a:pt x="2538995" y="593390"/>
                </a:lnTo>
                <a:cubicBezTo>
                  <a:pt x="2503545" y="628049"/>
                  <a:pt x="2466899" y="690873"/>
                  <a:pt x="2452629" y="785045"/>
                </a:cubicBezTo>
                <a:close/>
                <a:moveTo>
                  <a:pt x="2261504" y="656394"/>
                </a:moveTo>
                <a:cubicBezTo>
                  <a:pt x="2317895" y="579635"/>
                  <a:pt x="2336309" y="509272"/>
                  <a:pt x="2335679" y="459699"/>
                </a:cubicBezTo>
                <a:lnTo>
                  <a:pt x="2335008" y="455195"/>
                </a:lnTo>
                <a:lnTo>
                  <a:pt x="2335158" y="454272"/>
                </a:lnTo>
                <a:lnTo>
                  <a:pt x="2331672" y="432810"/>
                </a:lnTo>
                <a:lnTo>
                  <a:pt x="2329404" y="417588"/>
                </a:lnTo>
                <a:lnTo>
                  <a:pt x="2321836" y="404746"/>
                </a:lnTo>
                <a:lnTo>
                  <a:pt x="2313585" y="389534"/>
                </a:lnTo>
                <a:cubicBezTo>
                  <a:pt x="2300257" y="372966"/>
                  <a:pt x="2281843" y="362719"/>
                  <a:pt x="2261504" y="362719"/>
                </a:cubicBezTo>
                <a:cubicBezTo>
                  <a:pt x="2241165" y="362718"/>
                  <a:pt x="2222751" y="372966"/>
                  <a:pt x="2209423" y="389534"/>
                </a:cubicBezTo>
                <a:lnTo>
                  <a:pt x="2201172" y="404746"/>
                </a:lnTo>
                <a:lnTo>
                  <a:pt x="2193604" y="417588"/>
                </a:lnTo>
                <a:lnTo>
                  <a:pt x="2191336" y="432806"/>
                </a:lnTo>
                <a:lnTo>
                  <a:pt x="2187850" y="454272"/>
                </a:lnTo>
                <a:lnTo>
                  <a:pt x="2188000" y="455195"/>
                </a:lnTo>
                <a:lnTo>
                  <a:pt x="2187329" y="459699"/>
                </a:lnTo>
                <a:cubicBezTo>
                  <a:pt x="2186699" y="509272"/>
                  <a:pt x="2205113" y="579635"/>
                  <a:pt x="2261504" y="656394"/>
                </a:cubicBezTo>
                <a:close/>
                <a:moveTo>
                  <a:pt x="2583987" y="978909"/>
                </a:moveTo>
                <a:cubicBezTo>
                  <a:pt x="2660903" y="1035085"/>
                  <a:pt x="2731317" y="1053303"/>
                  <a:pt x="2780888" y="1052535"/>
                </a:cubicBezTo>
                <a:lnTo>
                  <a:pt x="2785391" y="1051851"/>
                </a:lnTo>
                <a:lnTo>
                  <a:pt x="2786314" y="1051999"/>
                </a:lnTo>
                <a:lnTo>
                  <a:pt x="2807769" y="1048453"/>
                </a:lnTo>
                <a:lnTo>
                  <a:pt x="2822982" y="1046143"/>
                </a:lnTo>
                <a:lnTo>
                  <a:pt x="2835803" y="1038539"/>
                </a:lnTo>
                <a:lnTo>
                  <a:pt x="2850992" y="1030245"/>
                </a:lnTo>
                <a:cubicBezTo>
                  <a:pt x="2867523" y="1016870"/>
                  <a:pt x="2877718" y="998429"/>
                  <a:pt x="2877661" y="978090"/>
                </a:cubicBezTo>
                <a:cubicBezTo>
                  <a:pt x="2877604" y="957751"/>
                  <a:pt x="2867305" y="939366"/>
                  <a:pt x="2850701" y="926083"/>
                </a:cubicBezTo>
                <a:lnTo>
                  <a:pt x="2835466" y="917875"/>
                </a:lnTo>
                <a:lnTo>
                  <a:pt x="2822603" y="910343"/>
                </a:lnTo>
                <a:lnTo>
                  <a:pt x="2807375" y="908118"/>
                </a:lnTo>
                <a:lnTo>
                  <a:pt x="2785903" y="904691"/>
                </a:lnTo>
                <a:lnTo>
                  <a:pt x="2784981" y="904844"/>
                </a:lnTo>
                <a:lnTo>
                  <a:pt x="2780475" y="904186"/>
                </a:lnTo>
                <a:cubicBezTo>
                  <a:pt x="2730899" y="903694"/>
                  <a:pt x="2660589" y="922304"/>
                  <a:pt x="2583987" y="978909"/>
                </a:cubicBezTo>
                <a:close/>
                <a:moveTo>
                  <a:pt x="1844158" y="461530"/>
                </a:moveTo>
                <a:cubicBezTo>
                  <a:pt x="1878817" y="496981"/>
                  <a:pt x="1941642" y="533627"/>
                  <a:pt x="2035814" y="547897"/>
                </a:cubicBezTo>
                <a:cubicBezTo>
                  <a:pt x="2021280" y="453766"/>
                  <a:pt x="1984460" y="391043"/>
                  <a:pt x="1948913" y="356483"/>
                </a:cubicBezTo>
                <a:lnTo>
                  <a:pt x="1945241" y="353772"/>
                </a:lnTo>
                <a:lnTo>
                  <a:pt x="1944699" y="353023"/>
                </a:lnTo>
                <a:lnTo>
                  <a:pt x="1927234" y="340476"/>
                </a:lnTo>
                <a:lnTo>
                  <a:pt x="1914663" y="331192"/>
                </a:lnTo>
                <a:lnTo>
                  <a:pt x="1900149" y="327463"/>
                </a:lnTo>
                <a:lnTo>
                  <a:pt x="1883626" y="322586"/>
                </a:lnTo>
                <a:cubicBezTo>
                  <a:pt x="1862483" y="320324"/>
                  <a:pt x="1842225" y="326127"/>
                  <a:pt x="1827863" y="340528"/>
                </a:cubicBezTo>
                <a:cubicBezTo>
                  <a:pt x="1813502" y="354930"/>
                  <a:pt x="1807756" y="375204"/>
                  <a:pt x="1810076" y="396342"/>
                </a:cubicBezTo>
                <a:lnTo>
                  <a:pt x="1815027" y="412943"/>
                </a:lnTo>
                <a:lnTo>
                  <a:pt x="1818772" y="427351"/>
                </a:lnTo>
                <a:lnTo>
                  <a:pt x="1827910" y="439654"/>
                </a:lnTo>
                <a:lnTo>
                  <a:pt x="1840684" y="457329"/>
                </a:lnTo>
                <a:lnTo>
                  <a:pt x="1841445" y="457877"/>
                </a:lnTo>
                <a:close/>
                <a:moveTo>
                  <a:pt x="2763408" y="1378250"/>
                </a:moveTo>
                <a:lnTo>
                  <a:pt x="2767073" y="1380956"/>
                </a:lnTo>
                <a:lnTo>
                  <a:pt x="2767620" y="1381712"/>
                </a:lnTo>
                <a:lnTo>
                  <a:pt x="2785243" y="1394373"/>
                </a:lnTo>
                <a:lnTo>
                  <a:pt x="2797658" y="1403541"/>
                </a:lnTo>
                <a:lnTo>
                  <a:pt x="2812107" y="1407254"/>
                </a:lnTo>
                <a:lnTo>
                  <a:pt x="2828693" y="1412149"/>
                </a:lnTo>
                <a:cubicBezTo>
                  <a:pt x="2849836" y="1414410"/>
                  <a:pt x="2870095" y="1408608"/>
                  <a:pt x="2884457" y="1394206"/>
                </a:cubicBezTo>
                <a:cubicBezTo>
                  <a:pt x="2898819" y="1379804"/>
                  <a:pt x="2904564" y="1359530"/>
                  <a:pt x="2902244" y="1338393"/>
                </a:cubicBezTo>
                <a:lnTo>
                  <a:pt x="2897295" y="1321797"/>
                </a:lnTo>
                <a:lnTo>
                  <a:pt x="2893549" y="1307383"/>
                </a:lnTo>
                <a:lnTo>
                  <a:pt x="2884392" y="1295053"/>
                </a:lnTo>
                <a:lnTo>
                  <a:pt x="2871637" y="1277404"/>
                </a:lnTo>
                <a:lnTo>
                  <a:pt x="2870877" y="1276858"/>
                </a:lnTo>
                <a:lnTo>
                  <a:pt x="2868162" y="1273203"/>
                </a:lnTo>
                <a:cubicBezTo>
                  <a:pt x="2833503" y="1237753"/>
                  <a:pt x="2770679" y="1201107"/>
                  <a:pt x="2676507" y="1186836"/>
                </a:cubicBezTo>
                <a:cubicBezTo>
                  <a:pt x="2691040" y="1280967"/>
                  <a:pt x="2727861" y="1343690"/>
                  <a:pt x="2763408" y="1378250"/>
                </a:cubicBezTo>
                <a:close/>
                <a:moveTo>
                  <a:pt x="476084" y="2767109"/>
                </a:moveTo>
                <a:cubicBezTo>
                  <a:pt x="-157446" y="2135342"/>
                  <a:pt x="-158876" y="1109616"/>
                  <a:pt x="472890" y="476085"/>
                </a:cubicBezTo>
                <a:cubicBezTo>
                  <a:pt x="1104657" y="-157446"/>
                  <a:pt x="2130383" y="-158876"/>
                  <a:pt x="2763914" y="472891"/>
                </a:cubicBezTo>
                <a:cubicBezTo>
                  <a:pt x="3397444" y="1104657"/>
                  <a:pt x="3398875" y="2130384"/>
                  <a:pt x="2767108" y="2763915"/>
                </a:cubicBezTo>
                <a:cubicBezTo>
                  <a:pt x="2135342" y="3397445"/>
                  <a:pt x="1109615" y="3398875"/>
                  <a:pt x="476084" y="276710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3" name="Freeform 252">
            <a:extLst>
              <a:ext uri="{FF2B5EF4-FFF2-40B4-BE49-F238E27FC236}">
                <a16:creationId xmlns:a16="http://schemas.microsoft.com/office/drawing/2014/main" id="{D1C20713-3E78-0EF4-13C0-58C869D72E0F}"/>
              </a:ext>
            </a:extLst>
          </p:cNvPr>
          <p:cNvSpPr/>
          <p:nvPr/>
        </p:nvSpPr>
        <p:spPr>
          <a:xfrm rot="18895207" flipH="1">
            <a:off x="3210687" y="1814318"/>
            <a:ext cx="3239998" cy="3239998"/>
          </a:xfrm>
          <a:custGeom>
            <a:avLst/>
            <a:gdLst>
              <a:gd name="csX0" fmla="*/ 2538598 w 3239998"/>
              <a:gd name="csY0" fmla="*/ 1332017 h 3239998"/>
              <a:gd name="csX1" fmla="*/ 2730253 w 3239998"/>
              <a:gd name="csY1" fmla="*/ 1418383 h 3239998"/>
              <a:gd name="csX2" fmla="*/ 2732968 w 3239998"/>
              <a:gd name="csY2" fmla="*/ 1422040 h 3239998"/>
              <a:gd name="csX3" fmla="*/ 2733727 w 3239998"/>
              <a:gd name="csY3" fmla="*/ 1422585 h 3239998"/>
              <a:gd name="csX4" fmla="*/ 2746456 w 3239998"/>
              <a:gd name="csY4" fmla="*/ 1440198 h 3239998"/>
              <a:gd name="csX5" fmla="*/ 2755640 w 3239998"/>
              <a:gd name="csY5" fmla="*/ 1452563 h 3239998"/>
              <a:gd name="csX6" fmla="*/ 2759391 w 3239998"/>
              <a:gd name="csY6" fmla="*/ 1466996 h 3239998"/>
              <a:gd name="csX7" fmla="*/ 2764334 w 3239998"/>
              <a:gd name="csY7" fmla="*/ 1483574 h 3239998"/>
              <a:gd name="csX8" fmla="*/ 2746546 w 3239998"/>
              <a:gd name="csY8" fmla="*/ 1539386 h 3239998"/>
              <a:gd name="csX9" fmla="*/ 2690784 w 3239998"/>
              <a:gd name="csY9" fmla="*/ 1557330 h 3239998"/>
              <a:gd name="csX10" fmla="*/ 2674192 w 3239998"/>
              <a:gd name="csY10" fmla="*/ 1552433 h 3239998"/>
              <a:gd name="csX11" fmla="*/ 2659749 w 3239998"/>
              <a:gd name="csY11" fmla="*/ 1548722 h 3239998"/>
              <a:gd name="csX12" fmla="*/ 2647359 w 3239998"/>
              <a:gd name="csY12" fmla="*/ 1539573 h 3239998"/>
              <a:gd name="csX13" fmla="*/ 2629710 w 3239998"/>
              <a:gd name="csY13" fmla="*/ 1526893 h 3239998"/>
              <a:gd name="csX14" fmla="*/ 2629162 w 3239998"/>
              <a:gd name="csY14" fmla="*/ 1526135 h 3239998"/>
              <a:gd name="csX15" fmla="*/ 2625499 w 3239998"/>
              <a:gd name="csY15" fmla="*/ 1523430 h 3239998"/>
              <a:gd name="csX16" fmla="*/ 2538598 w 3239998"/>
              <a:gd name="csY16" fmla="*/ 1332017 h 3239998"/>
              <a:gd name="csX17" fmla="*/ 2446077 w 3239998"/>
              <a:gd name="csY17" fmla="*/ 1124089 h 3239998"/>
              <a:gd name="csX18" fmla="*/ 2642564 w 3239998"/>
              <a:gd name="csY18" fmla="*/ 1049365 h 3239998"/>
              <a:gd name="csX19" fmla="*/ 2647069 w 3239998"/>
              <a:gd name="csY19" fmla="*/ 1050023 h 3239998"/>
              <a:gd name="csX20" fmla="*/ 2647992 w 3239998"/>
              <a:gd name="csY20" fmla="*/ 1049871 h 3239998"/>
              <a:gd name="csX21" fmla="*/ 2669501 w 3239998"/>
              <a:gd name="csY21" fmla="*/ 1053303 h 3239998"/>
              <a:gd name="csX22" fmla="*/ 2684692 w 3239998"/>
              <a:gd name="csY22" fmla="*/ 1055524 h 3239998"/>
              <a:gd name="csX23" fmla="*/ 2697546 w 3239998"/>
              <a:gd name="csY23" fmla="*/ 1063050 h 3239998"/>
              <a:gd name="csX24" fmla="*/ 2712790 w 3239998"/>
              <a:gd name="csY24" fmla="*/ 1071263 h 3239998"/>
              <a:gd name="csX25" fmla="*/ 2739750 w 3239998"/>
              <a:gd name="csY25" fmla="*/ 1123269 h 3239998"/>
              <a:gd name="csX26" fmla="*/ 2713081 w 3239998"/>
              <a:gd name="csY26" fmla="*/ 1175425 h 3239998"/>
              <a:gd name="csX27" fmla="*/ 2697914 w 3239998"/>
              <a:gd name="csY27" fmla="*/ 1183706 h 3239998"/>
              <a:gd name="csX28" fmla="*/ 2685071 w 3239998"/>
              <a:gd name="csY28" fmla="*/ 1191323 h 3239998"/>
              <a:gd name="csX29" fmla="*/ 2669783 w 3239998"/>
              <a:gd name="csY29" fmla="*/ 1193645 h 3239998"/>
              <a:gd name="csX30" fmla="*/ 2648403 w 3239998"/>
              <a:gd name="csY30" fmla="*/ 1197178 h 3239998"/>
              <a:gd name="csX31" fmla="*/ 2647483 w 3239998"/>
              <a:gd name="csY31" fmla="*/ 1197031 h 3239998"/>
              <a:gd name="csX32" fmla="*/ 2642978 w 3239998"/>
              <a:gd name="csY32" fmla="*/ 1197716 h 3239998"/>
              <a:gd name="csX33" fmla="*/ 2446077 w 3239998"/>
              <a:gd name="csY33" fmla="*/ 1124089 h 3239998"/>
              <a:gd name="csX34" fmla="*/ 2401085 w 3239998"/>
              <a:gd name="csY34" fmla="*/ 738569 h 3239998"/>
              <a:gd name="csX35" fmla="*/ 2404743 w 3239998"/>
              <a:gd name="csY35" fmla="*/ 735853 h 3239998"/>
              <a:gd name="csX36" fmla="*/ 2405287 w 3239998"/>
              <a:gd name="csY36" fmla="*/ 735095 h 3239998"/>
              <a:gd name="csX37" fmla="*/ 2422874 w 3239998"/>
              <a:gd name="csY37" fmla="*/ 722385 h 3239998"/>
              <a:gd name="csX38" fmla="*/ 2435264 w 3239998"/>
              <a:gd name="csY38" fmla="*/ 713182 h 3239998"/>
              <a:gd name="csX39" fmla="*/ 2449703 w 3239998"/>
              <a:gd name="csY39" fmla="*/ 709429 h 3239998"/>
              <a:gd name="csX40" fmla="*/ 2466275 w 3239998"/>
              <a:gd name="csY40" fmla="*/ 704487 h 3239998"/>
              <a:gd name="csX41" fmla="*/ 2522089 w 3239998"/>
              <a:gd name="csY41" fmla="*/ 722275 h 3239998"/>
              <a:gd name="csX42" fmla="*/ 2540032 w 3239998"/>
              <a:gd name="csY42" fmla="*/ 778039 h 3239998"/>
              <a:gd name="csX43" fmla="*/ 2535130 w 3239998"/>
              <a:gd name="csY43" fmla="*/ 794647 h 3239998"/>
              <a:gd name="csX44" fmla="*/ 2531423 w 3239998"/>
              <a:gd name="csY44" fmla="*/ 809073 h 3239998"/>
              <a:gd name="csX45" fmla="*/ 2522300 w 3239998"/>
              <a:gd name="csY45" fmla="*/ 821427 h 3239998"/>
              <a:gd name="csX46" fmla="*/ 2509595 w 3239998"/>
              <a:gd name="csY46" fmla="*/ 839113 h 3239998"/>
              <a:gd name="csX47" fmla="*/ 2508836 w 3239998"/>
              <a:gd name="csY47" fmla="*/ 839660 h 3239998"/>
              <a:gd name="csX48" fmla="*/ 2506132 w 3239998"/>
              <a:gd name="csY48" fmla="*/ 843323 h 3239998"/>
              <a:gd name="csX49" fmla="*/ 2314718 w 3239998"/>
              <a:gd name="csY49" fmla="*/ 930224 h 3239998"/>
              <a:gd name="csX50" fmla="*/ 2401085 w 3239998"/>
              <a:gd name="csY50" fmla="*/ 738569 h 3239998"/>
              <a:gd name="csX51" fmla="*/ 2071514 w 3239998"/>
              <a:gd name="csY51" fmla="*/ 534714 h 3239998"/>
              <a:gd name="csX52" fmla="*/ 2123595 w 3239998"/>
              <a:gd name="csY52" fmla="*/ 507899 h 3239998"/>
              <a:gd name="csX53" fmla="*/ 2175676 w 3239998"/>
              <a:gd name="csY53" fmla="*/ 534714 h 3239998"/>
              <a:gd name="csX54" fmla="*/ 2183932 w 3239998"/>
              <a:gd name="csY54" fmla="*/ 549935 h 3239998"/>
              <a:gd name="csX55" fmla="*/ 2191494 w 3239998"/>
              <a:gd name="csY55" fmla="*/ 562768 h 3239998"/>
              <a:gd name="csX56" fmla="*/ 2193757 w 3239998"/>
              <a:gd name="csY56" fmla="*/ 577954 h 3239998"/>
              <a:gd name="csX57" fmla="*/ 2197249 w 3239998"/>
              <a:gd name="csY57" fmla="*/ 599452 h 3239998"/>
              <a:gd name="csX58" fmla="*/ 2197099 w 3239998"/>
              <a:gd name="csY58" fmla="*/ 600376 h 3239998"/>
              <a:gd name="csX59" fmla="*/ 2197770 w 3239998"/>
              <a:gd name="csY59" fmla="*/ 604879 h 3239998"/>
              <a:gd name="csX60" fmla="*/ 2123594 w 3239998"/>
              <a:gd name="csY60" fmla="*/ 801574 h 3239998"/>
              <a:gd name="csX61" fmla="*/ 2049419 w 3239998"/>
              <a:gd name="csY61" fmla="*/ 604879 h 3239998"/>
              <a:gd name="csX62" fmla="*/ 2050091 w 3239998"/>
              <a:gd name="csY62" fmla="*/ 600372 h 3239998"/>
              <a:gd name="csX63" fmla="*/ 2049941 w 3239998"/>
              <a:gd name="csY63" fmla="*/ 599452 h 3239998"/>
              <a:gd name="csX64" fmla="*/ 2053415 w 3239998"/>
              <a:gd name="csY64" fmla="*/ 578062 h 3239998"/>
              <a:gd name="csX65" fmla="*/ 2055695 w 3239998"/>
              <a:gd name="csY65" fmla="*/ 562768 h 3239998"/>
              <a:gd name="csX66" fmla="*/ 2063275 w 3239998"/>
              <a:gd name="csY66" fmla="*/ 549904 h 3239998"/>
              <a:gd name="csX67" fmla="*/ 1689953 w 3239998"/>
              <a:gd name="csY67" fmla="*/ 485708 h 3239998"/>
              <a:gd name="csX68" fmla="*/ 1745716 w 3239998"/>
              <a:gd name="csY68" fmla="*/ 467766 h 3239998"/>
              <a:gd name="csX69" fmla="*/ 1762238 w 3239998"/>
              <a:gd name="csY69" fmla="*/ 472642 h 3239998"/>
              <a:gd name="csX70" fmla="*/ 1776752 w 3239998"/>
              <a:gd name="csY70" fmla="*/ 476371 h 3239998"/>
              <a:gd name="csX71" fmla="*/ 1789323 w 3239998"/>
              <a:gd name="csY71" fmla="*/ 485655 h 3239998"/>
              <a:gd name="csX72" fmla="*/ 1806789 w 3239998"/>
              <a:gd name="csY72" fmla="*/ 498202 h 3239998"/>
              <a:gd name="csX73" fmla="*/ 1807331 w 3239998"/>
              <a:gd name="csY73" fmla="*/ 498952 h 3239998"/>
              <a:gd name="csX74" fmla="*/ 1811002 w 3239998"/>
              <a:gd name="csY74" fmla="*/ 501663 h 3239998"/>
              <a:gd name="csX75" fmla="*/ 1897903 w 3239998"/>
              <a:gd name="csY75" fmla="*/ 693077 h 3239998"/>
              <a:gd name="csX76" fmla="*/ 1706248 w 3239998"/>
              <a:gd name="csY76" fmla="*/ 606710 h 3239998"/>
              <a:gd name="csX77" fmla="*/ 1703535 w 3239998"/>
              <a:gd name="csY77" fmla="*/ 603056 h 3239998"/>
              <a:gd name="csX78" fmla="*/ 1702773 w 3239998"/>
              <a:gd name="csY78" fmla="*/ 602509 h 3239998"/>
              <a:gd name="csX79" fmla="*/ 1689999 w 3239998"/>
              <a:gd name="csY79" fmla="*/ 584833 h 3239998"/>
              <a:gd name="csX80" fmla="*/ 1680861 w 3239998"/>
              <a:gd name="csY80" fmla="*/ 572530 h 3239998"/>
              <a:gd name="csX81" fmla="*/ 1677117 w 3239998"/>
              <a:gd name="csY81" fmla="*/ 558123 h 3239998"/>
              <a:gd name="csX82" fmla="*/ 1672166 w 3239998"/>
              <a:gd name="csY82" fmla="*/ 541521 h 3239998"/>
              <a:gd name="csX83" fmla="*/ 1689953 w 3239998"/>
              <a:gd name="csY83" fmla="*/ 485708 h 3239998"/>
              <a:gd name="csX84" fmla="*/ 472890 w 3239998"/>
              <a:gd name="csY84" fmla="*/ 476084 h 3239998"/>
              <a:gd name="csX85" fmla="*/ 476084 w 3239998"/>
              <a:gd name="csY85" fmla="*/ 2767108 h 3239998"/>
              <a:gd name="csX86" fmla="*/ 2767108 w 3239998"/>
              <a:gd name="csY86" fmla="*/ 2763914 h 3239998"/>
              <a:gd name="csX87" fmla="*/ 2763914 w 3239998"/>
              <a:gd name="csY87" fmla="*/ 472890 h 3239998"/>
              <a:gd name="csX88" fmla="*/ 472890 w 3239998"/>
              <a:gd name="csY88" fmla="*/ 476084 h 32399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3239998" h="3239998">
                <a:moveTo>
                  <a:pt x="2538598" y="1332017"/>
                </a:moveTo>
                <a:cubicBezTo>
                  <a:pt x="2632769" y="1346288"/>
                  <a:pt x="2695595" y="1382934"/>
                  <a:pt x="2730253" y="1418383"/>
                </a:cubicBezTo>
                <a:lnTo>
                  <a:pt x="2732968" y="1422040"/>
                </a:lnTo>
                <a:lnTo>
                  <a:pt x="2733727" y="1422585"/>
                </a:lnTo>
                <a:lnTo>
                  <a:pt x="2746456" y="1440198"/>
                </a:lnTo>
                <a:lnTo>
                  <a:pt x="2755640" y="1452563"/>
                </a:lnTo>
                <a:lnTo>
                  <a:pt x="2759391" y="1466996"/>
                </a:lnTo>
                <a:lnTo>
                  <a:pt x="2764334" y="1483574"/>
                </a:lnTo>
                <a:cubicBezTo>
                  <a:pt x="2766654" y="1504709"/>
                  <a:pt x="2760908" y="1524985"/>
                  <a:pt x="2746546" y="1539386"/>
                </a:cubicBezTo>
                <a:cubicBezTo>
                  <a:pt x="2732185" y="1553788"/>
                  <a:pt x="2711926" y="1559590"/>
                  <a:pt x="2690784" y="1557330"/>
                </a:cubicBezTo>
                <a:lnTo>
                  <a:pt x="2674192" y="1552433"/>
                </a:lnTo>
                <a:lnTo>
                  <a:pt x="2659749" y="1548722"/>
                </a:lnTo>
                <a:lnTo>
                  <a:pt x="2647359" y="1539573"/>
                </a:lnTo>
                <a:lnTo>
                  <a:pt x="2629710" y="1526893"/>
                </a:lnTo>
                <a:lnTo>
                  <a:pt x="2629162" y="1526135"/>
                </a:lnTo>
                <a:lnTo>
                  <a:pt x="2625499" y="1523430"/>
                </a:lnTo>
                <a:cubicBezTo>
                  <a:pt x="2589952" y="1488871"/>
                  <a:pt x="2553131" y="1426148"/>
                  <a:pt x="2538598" y="1332017"/>
                </a:cubicBezTo>
                <a:close/>
                <a:moveTo>
                  <a:pt x="2446077" y="1124089"/>
                </a:moveTo>
                <a:cubicBezTo>
                  <a:pt x="2522678" y="1067483"/>
                  <a:pt x="2592988" y="1048874"/>
                  <a:pt x="2642564" y="1049365"/>
                </a:cubicBezTo>
                <a:lnTo>
                  <a:pt x="2647069" y="1050023"/>
                </a:lnTo>
                <a:lnTo>
                  <a:pt x="2647992" y="1049871"/>
                </a:lnTo>
                <a:lnTo>
                  <a:pt x="2669501" y="1053303"/>
                </a:lnTo>
                <a:lnTo>
                  <a:pt x="2684692" y="1055524"/>
                </a:lnTo>
                <a:lnTo>
                  <a:pt x="2697546" y="1063050"/>
                </a:lnTo>
                <a:lnTo>
                  <a:pt x="2712790" y="1071263"/>
                </a:lnTo>
                <a:cubicBezTo>
                  <a:pt x="2729395" y="1084546"/>
                  <a:pt x="2739694" y="1102931"/>
                  <a:pt x="2739750" y="1123269"/>
                </a:cubicBezTo>
                <a:cubicBezTo>
                  <a:pt x="2739807" y="1143608"/>
                  <a:pt x="2729612" y="1162050"/>
                  <a:pt x="2713081" y="1175425"/>
                </a:cubicBezTo>
                <a:lnTo>
                  <a:pt x="2697914" y="1183706"/>
                </a:lnTo>
                <a:lnTo>
                  <a:pt x="2685071" y="1191323"/>
                </a:lnTo>
                <a:lnTo>
                  <a:pt x="2669783" y="1193645"/>
                </a:lnTo>
                <a:lnTo>
                  <a:pt x="2648403" y="1197178"/>
                </a:lnTo>
                <a:lnTo>
                  <a:pt x="2647483" y="1197031"/>
                </a:lnTo>
                <a:lnTo>
                  <a:pt x="2642978" y="1197716"/>
                </a:lnTo>
                <a:cubicBezTo>
                  <a:pt x="2593407" y="1198483"/>
                  <a:pt x="2522992" y="1180266"/>
                  <a:pt x="2446077" y="1124089"/>
                </a:cubicBezTo>
                <a:close/>
                <a:moveTo>
                  <a:pt x="2401085" y="738569"/>
                </a:moveTo>
                <a:lnTo>
                  <a:pt x="2404743" y="735853"/>
                </a:lnTo>
                <a:lnTo>
                  <a:pt x="2405287" y="735095"/>
                </a:lnTo>
                <a:lnTo>
                  <a:pt x="2422874" y="722385"/>
                </a:lnTo>
                <a:lnTo>
                  <a:pt x="2435264" y="713182"/>
                </a:lnTo>
                <a:lnTo>
                  <a:pt x="2449703" y="709429"/>
                </a:lnTo>
                <a:lnTo>
                  <a:pt x="2466275" y="704487"/>
                </a:lnTo>
                <a:cubicBezTo>
                  <a:pt x="2487412" y="702168"/>
                  <a:pt x="2507687" y="707913"/>
                  <a:pt x="2522089" y="722275"/>
                </a:cubicBezTo>
                <a:cubicBezTo>
                  <a:pt x="2536490" y="736636"/>
                  <a:pt x="2542293" y="756895"/>
                  <a:pt x="2540032" y="778039"/>
                </a:cubicBezTo>
                <a:lnTo>
                  <a:pt x="2535130" y="794647"/>
                </a:lnTo>
                <a:lnTo>
                  <a:pt x="2531423" y="809073"/>
                </a:lnTo>
                <a:lnTo>
                  <a:pt x="2522300" y="821427"/>
                </a:lnTo>
                <a:lnTo>
                  <a:pt x="2509595" y="839113"/>
                </a:lnTo>
                <a:lnTo>
                  <a:pt x="2508836" y="839660"/>
                </a:lnTo>
                <a:lnTo>
                  <a:pt x="2506132" y="843323"/>
                </a:lnTo>
                <a:cubicBezTo>
                  <a:pt x="2471573" y="878870"/>
                  <a:pt x="2408849" y="915691"/>
                  <a:pt x="2314718" y="930224"/>
                </a:cubicBezTo>
                <a:cubicBezTo>
                  <a:pt x="2328989" y="836053"/>
                  <a:pt x="2365635" y="773227"/>
                  <a:pt x="2401085" y="738569"/>
                </a:cubicBezTo>
                <a:close/>
                <a:moveTo>
                  <a:pt x="2071514" y="534714"/>
                </a:moveTo>
                <a:cubicBezTo>
                  <a:pt x="2084843" y="518146"/>
                  <a:pt x="2103256" y="507899"/>
                  <a:pt x="2123595" y="507899"/>
                </a:cubicBezTo>
                <a:cubicBezTo>
                  <a:pt x="2143934" y="507899"/>
                  <a:pt x="2162347" y="518146"/>
                  <a:pt x="2175676" y="534714"/>
                </a:cubicBezTo>
                <a:lnTo>
                  <a:pt x="2183932" y="549935"/>
                </a:lnTo>
                <a:lnTo>
                  <a:pt x="2191494" y="562768"/>
                </a:lnTo>
                <a:lnTo>
                  <a:pt x="2193757" y="577954"/>
                </a:lnTo>
                <a:lnTo>
                  <a:pt x="2197249" y="599452"/>
                </a:lnTo>
                <a:lnTo>
                  <a:pt x="2197099" y="600376"/>
                </a:lnTo>
                <a:lnTo>
                  <a:pt x="2197770" y="604879"/>
                </a:lnTo>
                <a:cubicBezTo>
                  <a:pt x="2198399" y="654453"/>
                  <a:pt x="2179986" y="724815"/>
                  <a:pt x="2123594" y="801574"/>
                </a:cubicBezTo>
                <a:cubicBezTo>
                  <a:pt x="2067203" y="724815"/>
                  <a:pt x="2048790" y="654452"/>
                  <a:pt x="2049419" y="604879"/>
                </a:cubicBezTo>
                <a:lnTo>
                  <a:pt x="2050091" y="600372"/>
                </a:lnTo>
                <a:lnTo>
                  <a:pt x="2049941" y="599452"/>
                </a:lnTo>
                <a:lnTo>
                  <a:pt x="2053415" y="578062"/>
                </a:lnTo>
                <a:lnTo>
                  <a:pt x="2055695" y="562768"/>
                </a:lnTo>
                <a:lnTo>
                  <a:pt x="2063275" y="549904"/>
                </a:lnTo>
                <a:close/>
                <a:moveTo>
                  <a:pt x="1689953" y="485708"/>
                </a:moveTo>
                <a:cubicBezTo>
                  <a:pt x="1704314" y="471307"/>
                  <a:pt x="1724572" y="465504"/>
                  <a:pt x="1745716" y="467766"/>
                </a:cubicBezTo>
                <a:lnTo>
                  <a:pt x="1762238" y="472642"/>
                </a:lnTo>
                <a:lnTo>
                  <a:pt x="1776752" y="476371"/>
                </a:lnTo>
                <a:lnTo>
                  <a:pt x="1789323" y="485655"/>
                </a:lnTo>
                <a:lnTo>
                  <a:pt x="1806789" y="498202"/>
                </a:lnTo>
                <a:lnTo>
                  <a:pt x="1807331" y="498952"/>
                </a:lnTo>
                <a:lnTo>
                  <a:pt x="1811002" y="501663"/>
                </a:lnTo>
                <a:cubicBezTo>
                  <a:pt x="1846549" y="536222"/>
                  <a:pt x="1883370" y="598945"/>
                  <a:pt x="1897903" y="693077"/>
                </a:cubicBezTo>
                <a:cubicBezTo>
                  <a:pt x="1803731" y="678806"/>
                  <a:pt x="1740906" y="642160"/>
                  <a:pt x="1706248" y="606710"/>
                </a:cubicBezTo>
                <a:lnTo>
                  <a:pt x="1703535" y="603056"/>
                </a:lnTo>
                <a:lnTo>
                  <a:pt x="1702773" y="602509"/>
                </a:lnTo>
                <a:lnTo>
                  <a:pt x="1689999" y="584833"/>
                </a:lnTo>
                <a:lnTo>
                  <a:pt x="1680861" y="572530"/>
                </a:lnTo>
                <a:lnTo>
                  <a:pt x="1677117" y="558123"/>
                </a:lnTo>
                <a:lnTo>
                  <a:pt x="1672166" y="541521"/>
                </a:lnTo>
                <a:cubicBezTo>
                  <a:pt x="1669845" y="520384"/>
                  <a:pt x="1675591" y="500110"/>
                  <a:pt x="1689953" y="485708"/>
                </a:cubicBezTo>
                <a:close/>
                <a:moveTo>
                  <a:pt x="472890" y="476084"/>
                </a:moveTo>
                <a:cubicBezTo>
                  <a:pt x="-158876" y="1109615"/>
                  <a:pt x="-157446" y="2135341"/>
                  <a:pt x="476084" y="2767108"/>
                </a:cubicBezTo>
                <a:cubicBezTo>
                  <a:pt x="1109615" y="3398874"/>
                  <a:pt x="2135342" y="3397444"/>
                  <a:pt x="2767108" y="2763914"/>
                </a:cubicBezTo>
                <a:cubicBezTo>
                  <a:pt x="3398875" y="2130383"/>
                  <a:pt x="3397444" y="1104656"/>
                  <a:pt x="2763914" y="472890"/>
                </a:cubicBezTo>
                <a:cubicBezTo>
                  <a:pt x="2130383" y="-158876"/>
                  <a:pt x="1104657" y="-157446"/>
                  <a:pt x="472890" y="4760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9" name="Freeform 258">
            <a:extLst>
              <a:ext uri="{FF2B5EF4-FFF2-40B4-BE49-F238E27FC236}">
                <a16:creationId xmlns:a16="http://schemas.microsoft.com/office/drawing/2014/main" id="{00866962-283E-6939-39F1-83231C9F8103}"/>
              </a:ext>
            </a:extLst>
          </p:cNvPr>
          <p:cNvSpPr/>
          <p:nvPr/>
        </p:nvSpPr>
        <p:spPr>
          <a:xfrm rot="2704793">
            <a:off x="5741314" y="1816289"/>
            <a:ext cx="3239999" cy="3239999"/>
          </a:xfrm>
          <a:custGeom>
            <a:avLst/>
            <a:gdLst>
              <a:gd name="csX0" fmla="*/ 2610638 w 3239999"/>
              <a:gd name="csY0" fmla="*/ 1267306 h 3239999"/>
              <a:gd name="csX1" fmla="*/ 2697539 w 3239999"/>
              <a:gd name="csY1" fmla="*/ 1458720 h 3239999"/>
              <a:gd name="csX2" fmla="*/ 2701203 w 3239999"/>
              <a:gd name="csY2" fmla="*/ 1461425 h 3239999"/>
              <a:gd name="csX3" fmla="*/ 2701750 w 3239999"/>
              <a:gd name="csY3" fmla="*/ 1462182 h 3239999"/>
              <a:gd name="csX4" fmla="*/ 2719399 w 3239999"/>
              <a:gd name="csY4" fmla="*/ 1474862 h 3239999"/>
              <a:gd name="csX5" fmla="*/ 2731789 w 3239999"/>
              <a:gd name="csY5" fmla="*/ 1484010 h 3239999"/>
              <a:gd name="csX6" fmla="*/ 2746232 w 3239999"/>
              <a:gd name="csY6" fmla="*/ 1487722 h 3239999"/>
              <a:gd name="csX7" fmla="*/ 2762824 w 3239999"/>
              <a:gd name="csY7" fmla="*/ 1492619 h 3239999"/>
              <a:gd name="csX8" fmla="*/ 2818586 w 3239999"/>
              <a:gd name="csY8" fmla="*/ 1474676 h 3239999"/>
              <a:gd name="csX9" fmla="*/ 2836375 w 3239999"/>
              <a:gd name="csY9" fmla="*/ 1418862 h 3239999"/>
              <a:gd name="csX10" fmla="*/ 2831431 w 3239999"/>
              <a:gd name="csY10" fmla="*/ 1402285 h 3239999"/>
              <a:gd name="csX11" fmla="*/ 2827680 w 3239999"/>
              <a:gd name="csY11" fmla="*/ 1387852 h 3239999"/>
              <a:gd name="csX12" fmla="*/ 2818496 w 3239999"/>
              <a:gd name="csY12" fmla="*/ 1375488 h 3239999"/>
              <a:gd name="csX13" fmla="*/ 2805767 w 3239999"/>
              <a:gd name="csY13" fmla="*/ 1357875 h 3239999"/>
              <a:gd name="csX14" fmla="*/ 2805008 w 3239999"/>
              <a:gd name="csY14" fmla="*/ 1357329 h 3239999"/>
              <a:gd name="csX15" fmla="*/ 2802293 w 3239999"/>
              <a:gd name="csY15" fmla="*/ 1353673 h 3239999"/>
              <a:gd name="csX16" fmla="*/ 2610638 w 3239999"/>
              <a:gd name="csY16" fmla="*/ 1267306 h 3239999"/>
              <a:gd name="csX17" fmla="*/ 2518118 w 3239999"/>
              <a:gd name="csY17" fmla="*/ 1059376 h 3239999"/>
              <a:gd name="csX18" fmla="*/ 2715018 w 3239999"/>
              <a:gd name="csY18" fmla="*/ 1133003 h 3239999"/>
              <a:gd name="csX19" fmla="*/ 2719524 w 3239999"/>
              <a:gd name="csY19" fmla="*/ 1132319 h 3239999"/>
              <a:gd name="csX20" fmla="*/ 2720444 w 3239999"/>
              <a:gd name="csY20" fmla="*/ 1132467 h 3239999"/>
              <a:gd name="csX21" fmla="*/ 2741820 w 3239999"/>
              <a:gd name="csY21" fmla="*/ 1128933 h 3239999"/>
              <a:gd name="csX22" fmla="*/ 2757112 w 3239999"/>
              <a:gd name="csY22" fmla="*/ 1126610 h 3239999"/>
              <a:gd name="csX23" fmla="*/ 2769956 w 3239999"/>
              <a:gd name="csY23" fmla="*/ 1118994 h 3239999"/>
              <a:gd name="csX24" fmla="*/ 2785121 w 3239999"/>
              <a:gd name="csY24" fmla="*/ 1110712 h 3239999"/>
              <a:gd name="csX25" fmla="*/ 2811791 w 3239999"/>
              <a:gd name="csY25" fmla="*/ 1058557 h 3239999"/>
              <a:gd name="csX26" fmla="*/ 2784831 w 3239999"/>
              <a:gd name="csY26" fmla="*/ 1006551 h 3239999"/>
              <a:gd name="csX27" fmla="*/ 2769580 w 3239999"/>
              <a:gd name="csY27" fmla="*/ 998333 h 3239999"/>
              <a:gd name="csX28" fmla="*/ 2756733 w 3239999"/>
              <a:gd name="csY28" fmla="*/ 990811 h 3239999"/>
              <a:gd name="csX29" fmla="*/ 2741565 w 3239999"/>
              <a:gd name="csY29" fmla="*/ 988594 h 3239999"/>
              <a:gd name="csX30" fmla="*/ 2720033 w 3239999"/>
              <a:gd name="csY30" fmla="*/ 985158 h 3239999"/>
              <a:gd name="csX31" fmla="*/ 2719108 w 3239999"/>
              <a:gd name="csY31" fmla="*/ 985312 h 3239999"/>
              <a:gd name="csX32" fmla="*/ 2714606 w 3239999"/>
              <a:gd name="csY32" fmla="*/ 984652 h 3239999"/>
              <a:gd name="csX33" fmla="*/ 2518118 w 3239999"/>
              <a:gd name="csY33" fmla="*/ 1059376 h 3239999"/>
              <a:gd name="csX34" fmla="*/ 2473124 w 3239999"/>
              <a:gd name="csY34" fmla="*/ 673859 h 3239999"/>
              <a:gd name="csX35" fmla="*/ 2386758 w 3239999"/>
              <a:gd name="csY35" fmla="*/ 865514 h 3239999"/>
              <a:gd name="csX36" fmla="*/ 2578171 w 3239999"/>
              <a:gd name="csY36" fmla="*/ 778613 h 3239999"/>
              <a:gd name="csX37" fmla="*/ 2580876 w 3239999"/>
              <a:gd name="csY37" fmla="*/ 774950 h 3239999"/>
              <a:gd name="csX38" fmla="*/ 2581635 w 3239999"/>
              <a:gd name="csY38" fmla="*/ 774402 h 3239999"/>
              <a:gd name="csX39" fmla="*/ 2594342 w 3239999"/>
              <a:gd name="csY39" fmla="*/ 756714 h 3239999"/>
              <a:gd name="csX40" fmla="*/ 2603462 w 3239999"/>
              <a:gd name="csY40" fmla="*/ 744363 h 3239999"/>
              <a:gd name="csX41" fmla="*/ 2607167 w 3239999"/>
              <a:gd name="csY41" fmla="*/ 729943 h 3239999"/>
              <a:gd name="csX42" fmla="*/ 2612072 w 3239999"/>
              <a:gd name="csY42" fmla="*/ 713328 h 3239999"/>
              <a:gd name="csX43" fmla="*/ 2594129 w 3239999"/>
              <a:gd name="csY43" fmla="*/ 657564 h 3239999"/>
              <a:gd name="csX44" fmla="*/ 2538315 w 3239999"/>
              <a:gd name="csY44" fmla="*/ 639777 h 3239999"/>
              <a:gd name="csX45" fmla="*/ 2521737 w 3239999"/>
              <a:gd name="csY45" fmla="*/ 644721 h 3239999"/>
              <a:gd name="csX46" fmla="*/ 2507304 w 3239999"/>
              <a:gd name="csY46" fmla="*/ 648472 h 3239999"/>
              <a:gd name="csX47" fmla="*/ 2494917 w 3239999"/>
              <a:gd name="csY47" fmla="*/ 657673 h 3239999"/>
              <a:gd name="csX48" fmla="*/ 2477327 w 3239999"/>
              <a:gd name="csY48" fmla="*/ 670384 h 3239999"/>
              <a:gd name="csX49" fmla="*/ 2476783 w 3239999"/>
              <a:gd name="csY49" fmla="*/ 671142 h 3239999"/>
              <a:gd name="csX50" fmla="*/ 2143554 w 3239999"/>
              <a:gd name="csY50" fmla="*/ 470002 h 3239999"/>
              <a:gd name="csX51" fmla="*/ 2135316 w 3239999"/>
              <a:gd name="csY51" fmla="*/ 485190 h 3239999"/>
              <a:gd name="csX52" fmla="*/ 2127734 w 3239999"/>
              <a:gd name="csY52" fmla="*/ 498057 h 3239999"/>
              <a:gd name="csX53" fmla="*/ 2125454 w 3239999"/>
              <a:gd name="csY53" fmla="*/ 513354 h 3239999"/>
              <a:gd name="csX54" fmla="*/ 2121981 w 3239999"/>
              <a:gd name="csY54" fmla="*/ 534740 h 3239999"/>
              <a:gd name="csX55" fmla="*/ 2122130 w 3239999"/>
              <a:gd name="csY55" fmla="*/ 535660 h 3239999"/>
              <a:gd name="csX56" fmla="*/ 2121459 w 3239999"/>
              <a:gd name="csY56" fmla="*/ 540167 h 3239999"/>
              <a:gd name="csX57" fmla="*/ 2195634 w 3239999"/>
              <a:gd name="csY57" fmla="*/ 736862 h 3239999"/>
              <a:gd name="csX58" fmla="*/ 2269810 w 3239999"/>
              <a:gd name="csY58" fmla="*/ 540167 h 3239999"/>
              <a:gd name="csX59" fmla="*/ 2269139 w 3239999"/>
              <a:gd name="csY59" fmla="*/ 535666 h 3239999"/>
              <a:gd name="csX60" fmla="*/ 2269289 w 3239999"/>
              <a:gd name="csY60" fmla="*/ 534740 h 3239999"/>
              <a:gd name="csX61" fmla="*/ 2265794 w 3239999"/>
              <a:gd name="csY61" fmla="*/ 513218 h 3239999"/>
              <a:gd name="csX62" fmla="*/ 2263534 w 3239999"/>
              <a:gd name="csY62" fmla="*/ 498056 h 3239999"/>
              <a:gd name="csX63" fmla="*/ 2255976 w 3239999"/>
              <a:gd name="csY63" fmla="*/ 485230 h 3239999"/>
              <a:gd name="csX64" fmla="*/ 2247716 w 3239999"/>
              <a:gd name="csY64" fmla="*/ 470002 h 3239999"/>
              <a:gd name="csX65" fmla="*/ 2195635 w 3239999"/>
              <a:gd name="csY65" fmla="*/ 443187 h 3239999"/>
              <a:gd name="csX66" fmla="*/ 2143554 w 3239999"/>
              <a:gd name="csY66" fmla="*/ 470002 h 3239999"/>
              <a:gd name="csX67" fmla="*/ 1761992 w 3239999"/>
              <a:gd name="csY67" fmla="*/ 420998 h 3239999"/>
              <a:gd name="csX68" fmla="*/ 1744205 w 3239999"/>
              <a:gd name="csY68" fmla="*/ 476812 h 3239999"/>
              <a:gd name="csX69" fmla="*/ 1749156 w 3239999"/>
              <a:gd name="csY69" fmla="*/ 493413 h 3239999"/>
              <a:gd name="csX70" fmla="*/ 1752900 w 3239999"/>
              <a:gd name="csY70" fmla="*/ 507820 h 3239999"/>
              <a:gd name="csX71" fmla="*/ 1762038 w 3239999"/>
              <a:gd name="csY71" fmla="*/ 520123 h 3239999"/>
              <a:gd name="csX72" fmla="*/ 1774812 w 3239999"/>
              <a:gd name="csY72" fmla="*/ 537799 h 3239999"/>
              <a:gd name="csX73" fmla="*/ 1775574 w 3239999"/>
              <a:gd name="csY73" fmla="*/ 538346 h 3239999"/>
              <a:gd name="csX74" fmla="*/ 1778287 w 3239999"/>
              <a:gd name="csY74" fmla="*/ 542000 h 3239999"/>
              <a:gd name="csX75" fmla="*/ 1969942 w 3239999"/>
              <a:gd name="csY75" fmla="*/ 628367 h 3239999"/>
              <a:gd name="csX76" fmla="*/ 1883042 w 3239999"/>
              <a:gd name="csY76" fmla="*/ 436953 h 3239999"/>
              <a:gd name="csX77" fmla="*/ 1879370 w 3239999"/>
              <a:gd name="csY77" fmla="*/ 434242 h 3239999"/>
              <a:gd name="csX78" fmla="*/ 1878828 w 3239999"/>
              <a:gd name="csY78" fmla="*/ 433493 h 3239999"/>
              <a:gd name="csX79" fmla="*/ 1861363 w 3239999"/>
              <a:gd name="csY79" fmla="*/ 420945 h 3239999"/>
              <a:gd name="csX80" fmla="*/ 1848791 w 3239999"/>
              <a:gd name="csY80" fmla="*/ 411662 h 3239999"/>
              <a:gd name="csX81" fmla="*/ 1834277 w 3239999"/>
              <a:gd name="csY81" fmla="*/ 407932 h 3239999"/>
              <a:gd name="csX82" fmla="*/ 1817755 w 3239999"/>
              <a:gd name="csY82" fmla="*/ 403056 h 3239999"/>
              <a:gd name="csX83" fmla="*/ 1761992 w 3239999"/>
              <a:gd name="csY83" fmla="*/ 420998 h 3239999"/>
              <a:gd name="csX84" fmla="*/ 472890 w 3239999"/>
              <a:gd name="csY84" fmla="*/ 476085 h 3239999"/>
              <a:gd name="csX85" fmla="*/ 2763914 w 3239999"/>
              <a:gd name="csY85" fmla="*/ 472890 h 3239999"/>
              <a:gd name="csX86" fmla="*/ 2767108 w 3239999"/>
              <a:gd name="csY86" fmla="*/ 2763914 h 3239999"/>
              <a:gd name="csX87" fmla="*/ 476085 w 3239999"/>
              <a:gd name="csY87" fmla="*/ 2767108 h 3239999"/>
              <a:gd name="csX88" fmla="*/ 472890 w 3239999"/>
              <a:gd name="csY88" fmla="*/ 476085 h 3239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3239999" h="3239999">
                <a:moveTo>
                  <a:pt x="2610638" y="1267306"/>
                </a:moveTo>
                <a:cubicBezTo>
                  <a:pt x="2625171" y="1361437"/>
                  <a:pt x="2661992" y="1424161"/>
                  <a:pt x="2697539" y="1458720"/>
                </a:cubicBezTo>
                <a:lnTo>
                  <a:pt x="2701203" y="1461425"/>
                </a:lnTo>
                <a:lnTo>
                  <a:pt x="2701750" y="1462182"/>
                </a:lnTo>
                <a:lnTo>
                  <a:pt x="2719399" y="1474862"/>
                </a:lnTo>
                <a:lnTo>
                  <a:pt x="2731789" y="1484010"/>
                </a:lnTo>
                <a:lnTo>
                  <a:pt x="2746232" y="1487722"/>
                </a:lnTo>
                <a:lnTo>
                  <a:pt x="2762824" y="1492619"/>
                </a:lnTo>
                <a:cubicBezTo>
                  <a:pt x="2783966" y="1494879"/>
                  <a:pt x="2804225" y="1489078"/>
                  <a:pt x="2818586" y="1474676"/>
                </a:cubicBezTo>
                <a:cubicBezTo>
                  <a:pt x="2832948" y="1460274"/>
                  <a:pt x="2838694" y="1439999"/>
                  <a:pt x="2836375" y="1418862"/>
                </a:cubicBezTo>
                <a:lnTo>
                  <a:pt x="2831431" y="1402285"/>
                </a:lnTo>
                <a:lnTo>
                  <a:pt x="2827680" y="1387852"/>
                </a:lnTo>
                <a:lnTo>
                  <a:pt x="2818496" y="1375488"/>
                </a:lnTo>
                <a:lnTo>
                  <a:pt x="2805767" y="1357875"/>
                </a:lnTo>
                <a:lnTo>
                  <a:pt x="2805008" y="1357329"/>
                </a:lnTo>
                <a:lnTo>
                  <a:pt x="2802293" y="1353673"/>
                </a:lnTo>
                <a:cubicBezTo>
                  <a:pt x="2767635" y="1318223"/>
                  <a:pt x="2704810" y="1281576"/>
                  <a:pt x="2610638" y="1267306"/>
                </a:cubicBezTo>
                <a:close/>
                <a:moveTo>
                  <a:pt x="2518118" y="1059376"/>
                </a:moveTo>
                <a:cubicBezTo>
                  <a:pt x="2595033" y="1115553"/>
                  <a:pt x="2665447" y="1133771"/>
                  <a:pt x="2715018" y="1133003"/>
                </a:cubicBezTo>
                <a:lnTo>
                  <a:pt x="2719524" y="1132319"/>
                </a:lnTo>
                <a:lnTo>
                  <a:pt x="2720444" y="1132467"/>
                </a:lnTo>
                <a:lnTo>
                  <a:pt x="2741820" y="1128933"/>
                </a:lnTo>
                <a:lnTo>
                  <a:pt x="2757112" y="1126610"/>
                </a:lnTo>
                <a:lnTo>
                  <a:pt x="2769956" y="1118994"/>
                </a:lnTo>
                <a:lnTo>
                  <a:pt x="2785121" y="1110712"/>
                </a:lnTo>
                <a:cubicBezTo>
                  <a:pt x="2801652" y="1097338"/>
                  <a:pt x="2811848" y="1078895"/>
                  <a:pt x="2811791" y="1058557"/>
                </a:cubicBezTo>
                <a:cubicBezTo>
                  <a:pt x="2811734" y="1038218"/>
                  <a:pt x="2801436" y="1019833"/>
                  <a:pt x="2784831" y="1006551"/>
                </a:cubicBezTo>
                <a:lnTo>
                  <a:pt x="2769580" y="998333"/>
                </a:lnTo>
                <a:lnTo>
                  <a:pt x="2756733" y="990811"/>
                </a:lnTo>
                <a:lnTo>
                  <a:pt x="2741565" y="988594"/>
                </a:lnTo>
                <a:lnTo>
                  <a:pt x="2720033" y="985158"/>
                </a:lnTo>
                <a:lnTo>
                  <a:pt x="2719108" y="985312"/>
                </a:lnTo>
                <a:lnTo>
                  <a:pt x="2714606" y="984652"/>
                </a:lnTo>
                <a:cubicBezTo>
                  <a:pt x="2665029" y="984162"/>
                  <a:pt x="2594719" y="1002772"/>
                  <a:pt x="2518118" y="1059376"/>
                </a:cubicBezTo>
                <a:close/>
                <a:moveTo>
                  <a:pt x="2473124" y="673859"/>
                </a:moveTo>
                <a:cubicBezTo>
                  <a:pt x="2437674" y="708517"/>
                  <a:pt x="2401029" y="771342"/>
                  <a:pt x="2386758" y="865514"/>
                </a:cubicBezTo>
                <a:cubicBezTo>
                  <a:pt x="2480889" y="850980"/>
                  <a:pt x="2543612" y="814160"/>
                  <a:pt x="2578171" y="778613"/>
                </a:cubicBezTo>
                <a:lnTo>
                  <a:pt x="2580876" y="774950"/>
                </a:lnTo>
                <a:lnTo>
                  <a:pt x="2581635" y="774402"/>
                </a:lnTo>
                <a:lnTo>
                  <a:pt x="2594342" y="756714"/>
                </a:lnTo>
                <a:lnTo>
                  <a:pt x="2603462" y="744363"/>
                </a:lnTo>
                <a:lnTo>
                  <a:pt x="2607167" y="729943"/>
                </a:lnTo>
                <a:lnTo>
                  <a:pt x="2612072" y="713328"/>
                </a:lnTo>
                <a:cubicBezTo>
                  <a:pt x="2614333" y="692185"/>
                  <a:pt x="2608530" y="671926"/>
                  <a:pt x="2594129" y="657564"/>
                </a:cubicBezTo>
                <a:cubicBezTo>
                  <a:pt x="2579727" y="643202"/>
                  <a:pt x="2559452" y="637457"/>
                  <a:pt x="2538315" y="639777"/>
                </a:cubicBezTo>
                <a:lnTo>
                  <a:pt x="2521737" y="644721"/>
                </a:lnTo>
                <a:lnTo>
                  <a:pt x="2507304" y="648472"/>
                </a:lnTo>
                <a:lnTo>
                  <a:pt x="2494917" y="657673"/>
                </a:lnTo>
                <a:lnTo>
                  <a:pt x="2477327" y="670384"/>
                </a:lnTo>
                <a:lnTo>
                  <a:pt x="2476783" y="671142"/>
                </a:lnTo>
                <a:close/>
                <a:moveTo>
                  <a:pt x="2143554" y="470002"/>
                </a:moveTo>
                <a:lnTo>
                  <a:pt x="2135316" y="485190"/>
                </a:lnTo>
                <a:lnTo>
                  <a:pt x="2127734" y="498057"/>
                </a:lnTo>
                <a:lnTo>
                  <a:pt x="2125454" y="513354"/>
                </a:lnTo>
                <a:lnTo>
                  <a:pt x="2121981" y="534740"/>
                </a:lnTo>
                <a:lnTo>
                  <a:pt x="2122130" y="535660"/>
                </a:lnTo>
                <a:lnTo>
                  <a:pt x="2121459" y="540167"/>
                </a:lnTo>
                <a:cubicBezTo>
                  <a:pt x="2120830" y="589740"/>
                  <a:pt x="2139243" y="660103"/>
                  <a:pt x="2195634" y="736862"/>
                </a:cubicBezTo>
                <a:cubicBezTo>
                  <a:pt x="2252026" y="660103"/>
                  <a:pt x="2270439" y="589741"/>
                  <a:pt x="2269810" y="540167"/>
                </a:cubicBezTo>
                <a:lnTo>
                  <a:pt x="2269139" y="535666"/>
                </a:lnTo>
                <a:lnTo>
                  <a:pt x="2269289" y="534740"/>
                </a:lnTo>
                <a:lnTo>
                  <a:pt x="2265794" y="513218"/>
                </a:lnTo>
                <a:lnTo>
                  <a:pt x="2263534" y="498056"/>
                </a:lnTo>
                <a:lnTo>
                  <a:pt x="2255976" y="485230"/>
                </a:lnTo>
                <a:lnTo>
                  <a:pt x="2247716" y="470002"/>
                </a:lnTo>
                <a:cubicBezTo>
                  <a:pt x="2234388" y="453434"/>
                  <a:pt x="2215974" y="443187"/>
                  <a:pt x="2195635" y="443187"/>
                </a:cubicBezTo>
                <a:cubicBezTo>
                  <a:pt x="2175296" y="443187"/>
                  <a:pt x="2156883" y="453434"/>
                  <a:pt x="2143554" y="470002"/>
                </a:cubicBezTo>
                <a:close/>
                <a:moveTo>
                  <a:pt x="1761992" y="420998"/>
                </a:moveTo>
                <a:cubicBezTo>
                  <a:pt x="1747630" y="435400"/>
                  <a:pt x="1741885" y="455675"/>
                  <a:pt x="1744205" y="476812"/>
                </a:cubicBezTo>
                <a:lnTo>
                  <a:pt x="1749156" y="493413"/>
                </a:lnTo>
                <a:lnTo>
                  <a:pt x="1752900" y="507820"/>
                </a:lnTo>
                <a:lnTo>
                  <a:pt x="1762038" y="520123"/>
                </a:lnTo>
                <a:lnTo>
                  <a:pt x="1774812" y="537799"/>
                </a:lnTo>
                <a:lnTo>
                  <a:pt x="1775574" y="538346"/>
                </a:lnTo>
                <a:lnTo>
                  <a:pt x="1778287" y="542000"/>
                </a:lnTo>
                <a:cubicBezTo>
                  <a:pt x="1812945" y="577450"/>
                  <a:pt x="1875771" y="614096"/>
                  <a:pt x="1969942" y="628367"/>
                </a:cubicBezTo>
                <a:cubicBezTo>
                  <a:pt x="1955409" y="534236"/>
                  <a:pt x="1918588" y="471512"/>
                  <a:pt x="1883042" y="436953"/>
                </a:cubicBezTo>
                <a:lnTo>
                  <a:pt x="1879370" y="434242"/>
                </a:lnTo>
                <a:lnTo>
                  <a:pt x="1878828" y="433493"/>
                </a:lnTo>
                <a:lnTo>
                  <a:pt x="1861363" y="420945"/>
                </a:lnTo>
                <a:lnTo>
                  <a:pt x="1848791" y="411662"/>
                </a:lnTo>
                <a:lnTo>
                  <a:pt x="1834277" y="407932"/>
                </a:lnTo>
                <a:lnTo>
                  <a:pt x="1817755" y="403056"/>
                </a:lnTo>
                <a:cubicBezTo>
                  <a:pt x="1796612" y="400795"/>
                  <a:pt x="1776353" y="406597"/>
                  <a:pt x="1761992" y="420998"/>
                </a:cubicBezTo>
                <a:close/>
                <a:moveTo>
                  <a:pt x="472890" y="476085"/>
                </a:moveTo>
                <a:cubicBezTo>
                  <a:pt x="1104657" y="-157446"/>
                  <a:pt x="2130384" y="-158876"/>
                  <a:pt x="2763914" y="472890"/>
                </a:cubicBezTo>
                <a:cubicBezTo>
                  <a:pt x="3397445" y="1104657"/>
                  <a:pt x="3398875" y="2130384"/>
                  <a:pt x="2767108" y="2763914"/>
                </a:cubicBezTo>
                <a:cubicBezTo>
                  <a:pt x="2135342" y="3397445"/>
                  <a:pt x="1109615" y="3398875"/>
                  <a:pt x="476085" y="2767108"/>
                </a:cubicBezTo>
                <a:cubicBezTo>
                  <a:pt x="-157446" y="2135342"/>
                  <a:pt x="-158876" y="1109615"/>
                  <a:pt x="472890" y="47608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3" name="Freeform 232">
            <a:extLst>
              <a:ext uri="{FF2B5EF4-FFF2-40B4-BE49-F238E27FC236}">
                <a16:creationId xmlns:a16="http://schemas.microsoft.com/office/drawing/2014/main" id="{8F05F454-F6BD-B732-0752-029ECC640197}"/>
              </a:ext>
            </a:extLst>
          </p:cNvPr>
          <p:cNvSpPr/>
          <p:nvPr/>
        </p:nvSpPr>
        <p:spPr>
          <a:xfrm rot="11577107">
            <a:off x="3210759" y="534720"/>
            <a:ext cx="2009574" cy="1986331"/>
          </a:xfrm>
          <a:custGeom>
            <a:avLst/>
            <a:gdLst>
              <a:gd name="csX0" fmla="*/ 1192391 w 2009574"/>
              <a:gd name="csY0" fmla="*/ 689977 h 1986331"/>
              <a:gd name="csX1" fmla="*/ 1266566 w 2009574"/>
              <a:gd name="csY1" fmla="*/ 493282 h 1986331"/>
              <a:gd name="csX2" fmla="*/ 1265895 w 2009574"/>
              <a:gd name="csY2" fmla="*/ 488777 h 1986331"/>
              <a:gd name="csX3" fmla="*/ 1266045 w 2009574"/>
              <a:gd name="csY3" fmla="*/ 487855 h 1986331"/>
              <a:gd name="csX4" fmla="*/ 1262561 w 2009574"/>
              <a:gd name="csY4" fmla="*/ 466402 h 1986331"/>
              <a:gd name="csX5" fmla="*/ 1260291 w 2009574"/>
              <a:gd name="csY5" fmla="*/ 451171 h 1986331"/>
              <a:gd name="csX6" fmla="*/ 1252720 w 2009574"/>
              <a:gd name="csY6" fmla="*/ 438324 h 1986331"/>
              <a:gd name="csX7" fmla="*/ 1244472 w 2009574"/>
              <a:gd name="csY7" fmla="*/ 423117 h 1986331"/>
              <a:gd name="csX8" fmla="*/ 1192391 w 2009574"/>
              <a:gd name="csY8" fmla="*/ 396302 h 1986331"/>
              <a:gd name="csX9" fmla="*/ 1140310 w 2009574"/>
              <a:gd name="csY9" fmla="*/ 423117 h 1986331"/>
              <a:gd name="csX10" fmla="*/ 1132061 w 2009574"/>
              <a:gd name="csY10" fmla="*/ 438325 h 1986331"/>
              <a:gd name="csX11" fmla="*/ 1124491 w 2009574"/>
              <a:gd name="csY11" fmla="*/ 451171 h 1986331"/>
              <a:gd name="csX12" fmla="*/ 1122222 w 2009574"/>
              <a:gd name="csY12" fmla="*/ 466398 h 1986331"/>
              <a:gd name="csX13" fmla="*/ 1118737 w 2009574"/>
              <a:gd name="csY13" fmla="*/ 487855 h 1986331"/>
              <a:gd name="csX14" fmla="*/ 1118887 w 2009574"/>
              <a:gd name="csY14" fmla="*/ 488778 h 1986331"/>
              <a:gd name="csX15" fmla="*/ 1118216 w 2009574"/>
              <a:gd name="csY15" fmla="*/ 493282 h 1986331"/>
              <a:gd name="csX16" fmla="*/ 1192391 w 2009574"/>
              <a:gd name="csY16" fmla="*/ 689977 h 1986331"/>
              <a:gd name="csX17" fmla="*/ 1389959 w 2009574"/>
              <a:gd name="csY17" fmla="*/ 794621 h 1986331"/>
              <a:gd name="csX18" fmla="*/ 1570472 w 2009574"/>
              <a:gd name="csY18" fmla="*/ 686889 h 1986331"/>
              <a:gd name="csX19" fmla="*/ 1572751 w 2009574"/>
              <a:gd name="csY19" fmla="*/ 682947 h 1986331"/>
              <a:gd name="csX20" fmla="*/ 1573443 w 2009574"/>
              <a:gd name="csY20" fmla="*/ 682318 h 1986331"/>
              <a:gd name="csX21" fmla="*/ 1584074 w 2009574"/>
              <a:gd name="csY21" fmla="*/ 663361 h 1986331"/>
              <a:gd name="csX22" fmla="*/ 1591781 w 2009574"/>
              <a:gd name="csY22" fmla="*/ 650030 h 1986331"/>
              <a:gd name="csX23" fmla="*/ 1593856 w 2009574"/>
              <a:gd name="csY23" fmla="*/ 635263 h 1986331"/>
              <a:gd name="csX24" fmla="*/ 1596870 w 2009574"/>
              <a:gd name="csY24" fmla="*/ 618228 h 1986331"/>
              <a:gd name="csX25" fmla="*/ 1572813 w 2009574"/>
              <a:gd name="csY25" fmla="*/ 564817 h 1986331"/>
              <a:gd name="csX26" fmla="*/ 1515363 w 2009574"/>
              <a:gd name="csY26" fmla="*/ 553373 h 1986331"/>
              <a:gd name="csX27" fmla="*/ 1499441 w 2009574"/>
              <a:gd name="csY27" fmla="*/ 560136 h 1986331"/>
              <a:gd name="csX28" fmla="*/ 1485517 w 2009574"/>
              <a:gd name="csY28" fmla="*/ 565476 h 1986331"/>
              <a:gd name="csX29" fmla="*/ 1474256 w 2009574"/>
              <a:gd name="csY29" fmla="*/ 575982 h 1986331"/>
              <a:gd name="csX30" fmla="*/ 1458173 w 2009574"/>
              <a:gd name="csY30" fmla="*/ 590599 h 1986331"/>
              <a:gd name="csX31" fmla="*/ 1457716 w 2009574"/>
              <a:gd name="csY31" fmla="*/ 591414 h 1986331"/>
              <a:gd name="csX32" fmla="*/ 1454386 w 2009574"/>
              <a:gd name="csY32" fmla="*/ 594520 h 1986331"/>
              <a:gd name="csX33" fmla="*/ 1389959 w 2009574"/>
              <a:gd name="csY33" fmla="*/ 794621 h 1986331"/>
              <a:gd name="csX34" fmla="*/ 1579748 w 2009574"/>
              <a:gd name="csY34" fmla="*/ 1065477 h 1986331"/>
              <a:gd name="csX35" fmla="*/ 1584150 w 2009574"/>
              <a:gd name="csY35" fmla="*/ 1064307 h 1986331"/>
              <a:gd name="csX36" fmla="*/ 1585082 w 2009574"/>
              <a:gd name="csY36" fmla="*/ 1064354 h 1986331"/>
              <a:gd name="csX37" fmla="*/ 1605990 w 2009574"/>
              <a:gd name="csY37" fmla="*/ 1058501 h 1986331"/>
              <a:gd name="csX38" fmla="*/ 1620895 w 2009574"/>
              <a:gd name="csY38" fmla="*/ 1054539 h 1986331"/>
              <a:gd name="csX39" fmla="*/ 1632827 w 2009574"/>
              <a:gd name="csY39" fmla="*/ 1045574 h 1986331"/>
              <a:gd name="csX40" fmla="*/ 1647006 w 2009574"/>
              <a:gd name="csY40" fmla="*/ 1035687 h 1986331"/>
              <a:gd name="csX41" fmla="*/ 1667839 w 2009574"/>
              <a:gd name="csY41" fmla="*/ 980937 h 1986331"/>
              <a:gd name="csX42" fmla="*/ 1635376 w 2009574"/>
              <a:gd name="csY42" fmla="*/ 932176 h 1986331"/>
              <a:gd name="csX43" fmla="*/ 1619346 w 2009574"/>
              <a:gd name="csY43" fmla="*/ 925678 h 1986331"/>
              <a:gd name="csX44" fmla="*/ 1605732 w 2009574"/>
              <a:gd name="csY44" fmla="*/ 919588 h 1986331"/>
              <a:gd name="csX45" fmla="*/ 1590354 w 2009574"/>
              <a:gd name="csY45" fmla="*/ 919034 h 1986331"/>
              <a:gd name="csX46" fmla="*/ 1568635 w 2009574"/>
              <a:gd name="csY46" fmla="*/ 917967 h 1986331"/>
              <a:gd name="csX47" fmla="*/ 1567734 w 2009574"/>
              <a:gd name="csY47" fmla="*/ 918219 h 1986331"/>
              <a:gd name="csX48" fmla="*/ 1563184 w 2009574"/>
              <a:gd name="csY48" fmla="*/ 918055 h 1986331"/>
              <a:gd name="csX49" fmla="*/ 1376001 w 2009574"/>
              <a:gd name="csY49" fmla="*/ 1013729 h 1986331"/>
              <a:gd name="csX50" fmla="*/ 1579748 w 2009574"/>
              <a:gd name="csY50" fmla="*/ 1065477 h 1986331"/>
              <a:gd name="csX51" fmla="*/ 1444081 w 2009574"/>
              <a:gd name="csY51" fmla="*/ 1428262 h 1986331"/>
              <a:gd name="csX52" fmla="*/ 1497492 w 2009574"/>
              <a:gd name="csY52" fmla="*/ 1404204 h 1986331"/>
              <a:gd name="csX53" fmla="*/ 1508936 w 2009574"/>
              <a:gd name="csY53" fmla="*/ 1346754 h 1986331"/>
              <a:gd name="csX54" fmla="*/ 1502178 w 2009574"/>
              <a:gd name="csY54" fmla="*/ 1330842 h 1986331"/>
              <a:gd name="csX55" fmla="*/ 1496834 w 2009574"/>
              <a:gd name="csY55" fmla="*/ 1316908 h 1986331"/>
              <a:gd name="csX56" fmla="*/ 1486318 w 2009574"/>
              <a:gd name="csY56" fmla="*/ 1305637 h 1986331"/>
              <a:gd name="csX57" fmla="*/ 1471710 w 2009574"/>
              <a:gd name="csY57" fmla="*/ 1289565 h 1986331"/>
              <a:gd name="csX58" fmla="*/ 1470896 w 2009574"/>
              <a:gd name="csY58" fmla="*/ 1289108 h 1986331"/>
              <a:gd name="csX59" fmla="*/ 1467790 w 2009574"/>
              <a:gd name="csY59" fmla="*/ 1285778 h 1986331"/>
              <a:gd name="csX60" fmla="*/ 1267689 w 2009574"/>
              <a:gd name="csY60" fmla="*/ 1221351 h 1986331"/>
              <a:gd name="csX61" fmla="*/ 1375420 w 2009574"/>
              <a:gd name="csY61" fmla="*/ 1401864 h 1986331"/>
              <a:gd name="csX62" fmla="*/ 1379363 w 2009574"/>
              <a:gd name="csY62" fmla="*/ 1404144 h 1986331"/>
              <a:gd name="csX63" fmla="*/ 1379991 w 2009574"/>
              <a:gd name="csY63" fmla="*/ 1404834 h 1986331"/>
              <a:gd name="csX64" fmla="*/ 1398935 w 2009574"/>
              <a:gd name="csY64" fmla="*/ 1415458 h 1986331"/>
              <a:gd name="csX65" fmla="*/ 1412280 w 2009574"/>
              <a:gd name="csY65" fmla="*/ 1423173 h 1986331"/>
              <a:gd name="csX66" fmla="*/ 1427058 w 2009574"/>
              <a:gd name="csY66" fmla="*/ 1425250 h 1986331"/>
              <a:gd name="csX67" fmla="*/ 702198 w 2009574"/>
              <a:gd name="csY67" fmla="*/ 1603233 h 1986331"/>
              <a:gd name="csX68" fmla="*/ 718053 w 2009574"/>
              <a:gd name="csY68" fmla="*/ 1596498 h 1986331"/>
              <a:gd name="csX69" fmla="*/ 732046 w 2009574"/>
              <a:gd name="csY69" fmla="*/ 1591132 h 1986331"/>
              <a:gd name="csX70" fmla="*/ 743485 w 2009574"/>
              <a:gd name="csY70" fmla="*/ 1580459 h 1986331"/>
              <a:gd name="csX71" fmla="*/ 759388 w 2009574"/>
              <a:gd name="csY71" fmla="*/ 1566007 h 1986331"/>
              <a:gd name="csX72" fmla="*/ 759840 w 2009574"/>
              <a:gd name="csY72" fmla="*/ 1565201 h 1986331"/>
              <a:gd name="csX73" fmla="*/ 763177 w 2009574"/>
              <a:gd name="csY73" fmla="*/ 1562087 h 1986331"/>
              <a:gd name="csX74" fmla="*/ 827604 w 2009574"/>
              <a:gd name="csY74" fmla="*/ 1361987 h 1986331"/>
              <a:gd name="csX75" fmla="*/ 647091 w 2009574"/>
              <a:gd name="csY75" fmla="*/ 1469718 h 1986331"/>
              <a:gd name="csX76" fmla="*/ 644814 w 2009574"/>
              <a:gd name="csY76" fmla="*/ 1473657 h 1986331"/>
              <a:gd name="csX77" fmla="*/ 644119 w 2009574"/>
              <a:gd name="csY77" fmla="*/ 1474289 h 1986331"/>
              <a:gd name="csX78" fmla="*/ 633439 w 2009574"/>
              <a:gd name="csY78" fmla="*/ 1493332 h 1986331"/>
              <a:gd name="csX79" fmla="*/ 625782 w 2009574"/>
              <a:gd name="csY79" fmla="*/ 1506578 h 1986331"/>
              <a:gd name="csX80" fmla="*/ 623712 w 2009574"/>
              <a:gd name="csY80" fmla="*/ 1521304 h 1986331"/>
              <a:gd name="csX81" fmla="*/ 620692 w 2009574"/>
              <a:gd name="csY81" fmla="*/ 1538379 h 1986331"/>
              <a:gd name="csX82" fmla="*/ 644749 w 2009574"/>
              <a:gd name="csY82" fmla="*/ 1591789 h 1986331"/>
              <a:gd name="csX83" fmla="*/ 702198 w 2009574"/>
              <a:gd name="csY83" fmla="*/ 1603233 h 1986331"/>
              <a:gd name="csX84" fmla="*/ 1126147 w 2009574"/>
              <a:gd name="csY84" fmla="*/ 1662773 h 1986331"/>
              <a:gd name="csX85" fmla="*/ 1174818 w 2009574"/>
              <a:gd name="csY85" fmla="*/ 1630173 h 1986331"/>
              <a:gd name="csX86" fmla="*/ 1181270 w 2009574"/>
              <a:gd name="csY86" fmla="*/ 1614127 h 1986331"/>
              <a:gd name="csX87" fmla="*/ 1187322 w 2009574"/>
              <a:gd name="csY87" fmla="*/ 1600495 h 1986331"/>
              <a:gd name="csX88" fmla="*/ 1187833 w 2009574"/>
              <a:gd name="csY88" fmla="*/ 1585129 h 1986331"/>
              <a:gd name="csX89" fmla="*/ 1188841 w 2009574"/>
              <a:gd name="csY89" fmla="*/ 1563393 h 1986331"/>
              <a:gd name="csX90" fmla="*/ 1188586 w 2009574"/>
              <a:gd name="csY90" fmla="*/ 1562492 h 1986331"/>
              <a:gd name="csX91" fmla="*/ 1188737 w 2009574"/>
              <a:gd name="csY91" fmla="*/ 1557943 h 1986331"/>
              <a:gd name="csX92" fmla="*/ 1092541 w 2009574"/>
              <a:gd name="csY92" fmla="*/ 1371028 h 1986331"/>
              <a:gd name="csX93" fmla="*/ 1041361 w 2009574"/>
              <a:gd name="csY93" fmla="*/ 1574919 h 1986331"/>
              <a:gd name="csX94" fmla="*/ 1042544 w 2009574"/>
              <a:gd name="csY94" fmla="*/ 1579318 h 1986331"/>
              <a:gd name="csX95" fmla="*/ 1042501 w 2009574"/>
              <a:gd name="csY95" fmla="*/ 1580249 h 1986331"/>
              <a:gd name="csX96" fmla="*/ 1048400 w 2009574"/>
              <a:gd name="csY96" fmla="*/ 1601102 h 1986331"/>
              <a:gd name="csX97" fmla="*/ 1052414 w 2009574"/>
              <a:gd name="csY97" fmla="*/ 1616035 h 1986331"/>
              <a:gd name="csX98" fmla="*/ 1061424 w 2009574"/>
              <a:gd name="csY98" fmla="*/ 1627956 h 1986331"/>
              <a:gd name="csX99" fmla="*/ 1071339 w 2009574"/>
              <a:gd name="csY99" fmla="*/ 1642092 h 1986331"/>
              <a:gd name="csX100" fmla="*/ 1126147 w 2009574"/>
              <a:gd name="csY100" fmla="*/ 1662773 h 1986331"/>
              <a:gd name="csX101" fmla="*/ 1123385 w 2009574"/>
              <a:gd name="csY101" fmla="*/ 1978951 h 1986331"/>
              <a:gd name="csX102" fmla="*/ 7122 w 2009574"/>
              <a:gd name="csY102" fmla="*/ 1113193 h 1986331"/>
              <a:gd name="csX103" fmla="*/ 886189 w 2009574"/>
              <a:gd name="csY103" fmla="*/ 7380 h 1986331"/>
              <a:gd name="csX104" fmla="*/ 2002452 w 2009574"/>
              <a:gd name="csY104" fmla="*/ 873139 h 1986331"/>
              <a:gd name="csX105" fmla="*/ 1123385 w 2009574"/>
              <a:gd name="csY105" fmla="*/ 1978951 h 198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</a:cxnLst>
            <a:rect l="l" t="t" r="r" b="b"/>
            <a:pathLst>
              <a:path w="2009574" h="1986331">
                <a:moveTo>
                  <a:pt x="1192391" y="689977"/>
                </a:moveTo>
                <a:cubicBezTo>
                  <a:pt x="1248782" y="613218"/>
                  <a:pt x="1267196" y="542855"/>
                  <a:pt x="1266566" y="493282"/>
                </a:cubicBezTo>
                <a:lnTo>
                  <a:pt x="1265895" y="488777"/>
                </a:lnTo>
                <a:lnTo>
                  <a:pt x="1266045" y="487855"/>
                </a:lnTo>
                <a:lnTo>
                  <a:pt x="1262561" y="466402"/>
                </a:lnTo>
                <a:lnTo>
                  <a:pt x="1260291" y="451171"/>
                </a:lnTo>
                <a:lnTo>
                  <a:pt x="1252720" y="438324"/>
                </a:lnTo>
                <a:lnTo>
                  <a:pt x="1244472" y="423117"/>
                </a:lnTo>
                <a:cubicBezTo>
                  <a:pt x="1231143" y="406549"/>
                  <a:pt x="1212730" y="396302"/>
                  <a:pt x="1192391" y="396302"/>
                </a:cubicBezTo>
                <a:cubicBezTo>
                  <a:pt x="1172052" y="396302"/>
                  <a:pt x="1153639" y="406549"/>
                  <a:pt x="1140310" y="423117"/>
                </a:cubicBezTo>
                <a:lnTo>
                  <a:pt x="1132061" y="438325"/>
                </a:lnTo>
                <a:lnTo>
                  <a:pt x="1124491" y="451171"/>
                </a:lnTo>
                <a:lnTo>
                  <a:pt x="1122222" y="466398"/>
                </a:lnTo>
                <a:lnTo>
                  <a:pt x="1118737" y="487855"/>
                </a:lnTo>
                <a:lnTo>
                  <a:pt x="1118887" y="488778"/>
                </a:lnTo>
                <a:lnTo>
                  <a:pt x="1118216" y="493282"/>
                </a:lnTo>
                <a:cubicBezTo>
                  <a:pt x="1117586" y="542855"/>
                  <a:pt x="1136000" y="613218"/>
                  <a:pt x="1192391" y="689977"/>
                </a:cubicBezTo>
                <a:close/>
                <a:moveTo>
                  <a:pt x="1389959" y="794621"/>
                </a:moveTo>
                <a:cubicBezTo>
                  <a:pt x="1481879" y="769668"/>
                  <a:pt x="1540099" y="726073"/>
                  <a:pt x="1570472" y="686889"/>
                </a:cubicBezTo>
                <a:lnTo>
                  <a:pt x="1572751" y="682947"/>
                </a:lnTo>
                <a:lnTo>
                  <a:pt x="1573443" y="682318"/>
                </a:lnTo>
                <a:lnTo>
                  <a:pt x="1584074" y="663361"/>
                </a:lnTo>
                <a:lnTo>
                  <a:pt x="1591781" y="650030"/>
                </a:lnTo>
                <a:lnTo>
                  <a:pt x="1593856" y="635263"/>
                </a:lnTo>
                <a:lnTo>
                  <a:pt x="1596870" y="618228"/>
                </a:lnTo>
                <a:cubicBezTo>
                  <a:pt x="1596757" y="596965"/>
                  <a:pt x="1588728" y="577481"/>
                  <a:pt x="1572813" y="564817"/>
                </a:cubicBezTo>
                <a:cubicBezTo>
                  <a:pt x="1556897" y="552154"/>
                  <a:pt x="1536107" y="548708"/>
                  <a:pt x="1515363" y="553373"/>
                </a:cubicBezTo>
                <a:lnTo>
                  <a:pt x="1499441" y="560136"/>
                </a:lnTo>
                <a:lnTo>
                  <a:pt x="1485517" y="565476"/>
                </a:lnTo>
                <a:lnTo>
                  <a:pt x="1474256" y="575982"/>
                </a:lnTo>
                <a:lnTo>
                  <a:pt x="1458173" y="590599"/>
                </a:lnTo>
                <a:lnTo>
                  <a:pt x="1457716" y="591414"/>
                </a:lnTo>
                <a:lnTo>
                  <a:pt x="1454386" y="594520"/>
                </a:lnTo>
                <a:cubicBezTo>
                  <a:pt x="1423027" y="632920"/>
                  <a:pt x="1393625" y="699444"/>
                  <a:pt x="1389959" y="794621"/>
                </a:cubicBezTo>
                <a:close/>
                <a:moveTo>
                  <a:pt x="1579748" y="1065477"/>
                </a:moveTo>
                <a:lnTo>
                  <a:pt x="1584150" y="1064307"/>
                </a:lnTo>
                <a:lnTo>
                  <a:pt x="1585082" y="1064354"/>
                </a:lnTo>
                <a:lnTo>
                  <a:pt x="1605990" y="1058501"/>
                </a:lnTo>
                <a:lnTo>
                  <a:pt x="1620895" y="1054539"/>
                </a:lnTo>
                <a:lnTo>
                  <a:pt x="1632827" y="1045574"/>
                </a:lnTo>
                <a:lnTo>
                  <a:pt x="1647006" y="1035687"/>
                </a:lnTo>
                <a:cubicBezTo>
                  <a:pt x="1661982" y="1020591"/>
                  <a:pt x="1670110" y="1001149"/>
                  <a:pt x="1667839" y="980937"/>
                </a:cubicBezTo>
                <a:cubicBezTo>
                  <a:pt x="1665567" y="960725"/>
                  <a:pt x="1653328" y="943571"/>
                  <a:pt x="1635376" y="932176"/>
                </a:cubicBezTo>
                <a:lnTo>
                  <a:pt x="1619346" y="925678"/>
                </a:lnTo>
                <a:lnTo>
                  <a:pt x="1605732" y="919588"/>
                </a:lnTo>
                <a:lnTo>
                  <a:pt x="1590354" y="919034"/>
                </a:lnTo>
                <a:lnTo>
                  <a:pt x="1568635" y="917967"/>
                </a:lnTo>
                <a:lnTo>
                  <a:pt x="1567734" y="918219"/>
                </a:lnTo>
                <a:lnTo>
                  <a:pt x="1563184" y="918055"/>
                </a:lnTo>
                <a:cubicBezTo>
                  <a:pt x="1513850" y="922964"/>
                  <a:pt x="1445983" y="949120"/>
                  <a:pt x="1376001" y="1013729"/>
                </a:cubicBezTo>
                <a:cubicBezTo>
                  <a:pt x="1458576" y="1061196"/>
                  <a:pt x="1530555" y="1071638"/>
                  <a:pt x="1579748" y="1065477"/>
                </a:cubicBezTo>
                <a:close/>
                <a:moveTo>
                  <a:pt x="1444081" y="1428262"/>
                </a:moveTo>
                <a:cubicBezTo>
                  <a:pt x="1465344" y="1428148"/>
                  <a:pt x="1484828" y="1420119"/>
                  <a:pt x="1497492" y="1404204"/>
                </a:cubicBezTo>
                <a:cubicBezTo>
                  <a:pt x="1510155" y="1388288"/>
                  <a:pt x="1513602" y="1367499"/>
                  <a:pt x="1508936" y="1346754"/>
                </a:cubicBezTo>
                <a:lnTo>
                  <a:pt x="1502178" y="1330842"/>
                </a:lnTo>
                <a:lnTo>
                  <a:pt x="1496834" y="1316908"/>
                </a:lnTo>
                <a:lnTo>
                  <a:pt x="1486318" y="1305637"/>
                </a:lnTo>
                <a:lnTo>
                  <a:pt x="1471710" y="1289565"/>
                </a:lnTo>
                <a:lnTo>
                  <a:pt x="1470896" y="1289108"/>
                </a:lnTo>
                <a:lnTo>
                  <a:pt x="1467790" y="1285778"/>
                </a:lnTo>
                <a:cubicBezTo>
                  <a:pt x="1429390" y="1254419"/>
                  <a:pt x="1362865" y="1225018"/>
                  <a:pt x="1267689" y="1221351"/>
                </a:cubicBezTo>
                <a:cubicBezTo>
                  <a:pt x="1292643" y="1313271"/>
                  <a:pt x="1336237" y="1371491"/>
                  <a:pt x="1375420" y="1401864"/>
                </a:cubicBezTo>
                <a:lnTo>
                  <a:pt x="1379363" y="1404144"/>
                </a:lnTo>
                <a:lnTo>
                  <a:pt x="1379991" y="1404834"/>
                </a:lnTo>
                <a:lnTo>
                  <a:pt x="1398935" y="1415458"/>
                </a:lnTo>
                <a:lnTo>
                  <a:pt x="1412280" y="1423173"/>
                </a:lnTo>
                <a:lnTo>
                  <a:pt x="1427058" y="1425250"/>
                </a:lnTo>
                <a:close/>
                <a:moveTo>
                  <a:pt x="702198" y="1603233"/>
                </a:moveTo>
                <a:lnTo>
                  <a:pt x="718053" y="1596498"/>
                </a:lnTo>
                <a:lnTo>
                  <a:pt x="732046" y="1591132"/>
                </a:lnTo>
                <a:lnTo>
                  <a:pt x="743485" y="1580459"/>
                </a:lnTo>
                <a:lnTo>
                  <a:pt x="759388" y="1566007"/>
                </a:lnTo>
                <a:lnTo>
                  <a:pt x="759840" y="1565201"/>
                </a:lnTo>
                <a:lnTo>
                  <a:pt x="763177" y="1562087"/>
                </a:lnTo>
                <a:cubicBezTo>
                  <a:pt x="794536" y="1523687"/>
                  <a:pt x="823938" y="1457163"/>
                  <a:pt x="827604" y="1361987"/>
                </a:cubicBezTo>
                <a:cubicBezTo>
                  <a:pt x="735684" y="1386940"/>
                  <a:pt x="677465" y="1430534"/>
                  <a:pt x="647091" y="1469718"/>
                </a:cubicBezTo>
                <a:lnTo>
                  <a:pt x="644814" y="1473657"/>
                </a:lnTo>
                <a:lnTo>
                  <a:pt x="644119" y="1474289"/>
                </a:lnTo>
                <a:lnTo>
                  <a:pt x="633439" y="1493332"/>
                </a:lnTo>
                <a:lnTo>
                  <a:pt x="625782" y="1506578"/>
                </a:lnTo>
                <a:lnTo>
                  <a:pt x="623712" y="1521304"/>
                </a:lnTo>
                <a:lnTo>
                  <a:pt x="620692" y="1538379"/>
                </a:lnTo>
                <a:cubicBezTo>
                  <a:pt x="620805" y="1559642"/>
                  <a:pt x="628833" y="1579125"/>
                  <a:pt x="644749" y="1591789"/>
                </a:cubicBezTo>
                <a:cubicBezTo>
                  <a:pt x="660663" y="1604452"/>
                  <a:pt x="681453" y="1607899"/>
                  <a:pt x="702198" y="1603233"/>
                </a:cubicBezTo>
                <a:close/>
                <a:moveTo>
                  <a:pt x="1126147" y="1662773"/>
                </a:moveTo>
                <a:cubicBezTo>
                  <a:pt x="1146353" y="1660445"/>
                  <a:pt x="1163472" y="1648157"/>
                  <a:pt x="1174818" y="1630173"/>
                </a:cubicBezTo>
                <a:lnTo>
                  <a:pt x="1181270" y="1614127"/>
                </a:lnTo>
                <a:lnTo>
                  <a:pt x="1187322" y="1600495"/>
                </a:lnTo>
                <a:lnTo>
                  <a:pt x="1187833" y="1585129"/>
                </a:lnTo>
                <a:lnTo>
                  <a:pt x="1188841" y="1563393"/>
                </a:lnTo>
                <a:lnTo>
                  <a:pt x="1188586" y="1562492"/>
                </a:lnTo>
                <a:lnTo>
                  <a:pt x="1188737" y="1557943"/>
                </a:lnTo>
                <a:cubicBezTo>
                  <a:pt x="1183690" y="1508623"/>
                  <a:pt x="1157345" y="1440830"/>
                  <a:pt x="1092541" y="1371028"/>
                </a:cubicBezTo>
                <a:cubicBezTo>
                  <a:pt x="1045304" y="1453735"/>
                  <a:pt x="1035063" y="1525743"/>
                  <a:pt x="1041361" y="1574919"/>
                </a:cubicBezTo>
                <a:lnTo>
                  <a:pt x="1042544" y="1579318"/>
                </a:lnTo>
                <a:lnTo>
                  <a:pt x="1042501" y="1580249"/>
                </a:lnTo>
                <a:lnTo>
                  <a:pt x="1048400" y="1601102"/>
                </a:lnTo>
                <a:lnTo>
                  <a:pt x="1052414" y="1616035"/>
                </a:lnTo>
                <a:lnTo>
                  <a:pt x="1061424" y="1627956"/>
                </a:lnTo>
                <a:lnTo>
                  <a:pt x="1071339" y="1642092"/>
                </a:lnTo>
                <a:cubicBezTo>
                  <a:pt x="1086476" y="1657026"/>
                  <a:pt x="1105942" y="1665100"/>
                  <a:pt x="1126147" y="1662773"/>
                </a:cubicBezTo>
                <a:close/>
                <a:moveTo>
                  <a:pt x="1123385" y="1978951"/>
                </a:moveTo>
                <a:cubicBezTo>
                  <a:pt x="572390" y="2045240"/>
                  <a:pt x="72622" y="1657627"/>
                  <a:pt x="7122" y="1113193"/>
                </a:cubicBezTo>
                <a:cubicBezTo>
                  <a:pt x="-58378" y="568759"/>
                  <a:pt x="335194" y="73669"/>
                  <a:pt x="886189" y="7380"/>
                </a:cubicBezTo>
                <a:cubicBezTo>
                  <a:pt x="1437184" y="-58909"/>
                  <a:pt x="1936952" y="328704"/>
                  <a:pt x="2002452" y="873139"/>
                </a:cubicBezTo>
                <a:cubicBezTo>
                  <a:pt x="2067952" y="1417573"/>
                  <a:pt x="1674380" y="1912662"/>
                  <a:pt x="1123385" y="197895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3" name="Freeform 272">
            <a:extLst>
              <a:ext uri="{FF2B5EF4-FFF2-40B4-BE49-F238E27FC236}">
                <a16:creationId xmlns:a16="http://schemas.microsoft.com/office/drawing/2014/main" id="{0F0B4627-80CB-D72A-C265-7698308E8B32}"/>
              </a:ext>
            </a:extLst>
          </p:cNvPr>
          <p:cNvSpPr/>
          <p:nvPr/>
        </p:nvSpPr>
        <p:spPr>
          <a:xfrm rot="11211610" flipH="1" flipV="1">
            <a:off x="6971669" y="4324259"/>
            <a:ext cx="2009573" cy="1986331"/>
          </a:xfrm>
          <a:custGeom>
            <a:avLst/>
            <a:gdLst>
              <a:gd name="csX0" fmla="*/ 1170075 w 2009573"/>
              <a:gd name="csY0" fmla="*/ 1394783 h 1986331"/>
              <a:gd name="csX1" fmla="*/ 1118894 w 2009573"/>
              <a:gd name="csY1" fmla="*/ 1598673 h 1986331"/>
              <a:gd name="csX2" fmla="*/ 1120078 w 2009573"/>
              <a:gd name="csY2" fmla="*/ 1603074 h 1986331"/>
              <a:gd name="csX3" fmla="*/ 1120035 w 2009573"/>
              <a:gd name="csY3" fmla="*/ 1604005 h 1986331"/>
              <a:gd name="csX4" fmla="*/ 1125937 w 2009573"/>
              <a:gd name="csY4" fmla="*/ 1624868 h 1986331"/>
              <a:gd name="csX5" fmla="*/ 1129948 w 2009573"/>
              <a:gd name="csY5" fmla="*/ 1639790 h 1986331"/>
              <a:gd name="csX6" fmla="*/ 1138949 w 2009573"/>
              <a:gd name="csY6" fmla="*/ 1651698 h 1986331"/>
              <a:gd name="csX7" fmla="*/ 1148873 w 2009573"/>
              <a:gd name="csY7" fmla="*/ 1665849 h 1986331"/>
              <a:gd name="csX8" fmla="*/ 1203682 w 2009573"/>
              <a:gd name="csY8" fmla="*/ 1686528 h 1986331"/>
              <a:gd name="csX9" fmla="*/ 1252352 w 2009573"/>
              <a:gd name="csY9" fmla="*/ 1653930 h 1986331"/>
              <a:gd name="csX10" fmla="*/ 1258811 w 2009573"/>
              <a:gd name="csY10" fmla="*/ 1637868 h 1986331"/>
              <a:gd name="csX11" fmla="*/ 1264856 w 2009573"/>
              <a:gd name="csY11" fmla="*/ 1624250 h 1986331"/>
              <a:gd name="csX12" fmla="*/ 1265367 w 2009573"/>
              <a:gd name="csY12" fmla="*/ 1608897 h 1986331"/>
              <a:gd name="csX13" fmla="*/ 1266376 w 2009573"/>
              <a:gd name="csY13" fmla="*/ 1587149 h 1986331"/>
              <a:gd name="csX14" fmla="*/ 1266120 w 2009573"/>
              <a:gd name="csY14" fmla="*/ 1586248 h 1986331"/>
              <a:gd name="csX15" fmla="*/ 1266272 w 2009573"/>
              <a:gd name="csY15" fmla="*/ 1581697 h 1986331"/>
              <a:gd name="csX16" fmla="*/ 1170075 w 2009573"/>
              <a:gd name="csY16" fmla="*/ 1394783 h 1986331"/>
              <a:gd name="csX17" fmla="*/ 905138 w 2009573"/>
              <a:gd name="csY17" fmla="*/ 1385742 h 1986331"/>
              <a:gd name="csX18" fmla="*/ 724625 w 2009573"/>
              <a:gd name="csY18" fmla="*/ 1493473 h 1986331"/>
              <a:gd name="csX19" fmla="*/ 722347 w 2009573"/>
              <a:gd name="csY19" fmla="*/ 1497412 h 1986331"/>
              <a:gd name="csX20" fmla="*/ 721653 w 2009573"/>
              <a:gd name="csY20" fmla="*/ 1498044 h 1986331"/>
              <a:gd name="csX21" fmla="*/ 710975 w 2009573"/>
              <a:gd name="csY21" fmla="*/ 1517083 h 1986331"/>
              <a:gd name="csX22" fmla="*/ 703316 w 2009573"/>
              <a:gd name="csY22" fmla="*/ 1530332 h 1986331"/>
              <a:gd name="csX23" fmla="*/ 701246 w 2009573"/>
              <a:gd name="csY23" fmla="*/ 1545060 h 1986331"/>
              <a:gd name="csX24" fmla="*/ 698226 w 2009573"/>
              <a:gd name="csY24" fmla="*/ 1562134 h 1986331"/>
              <a:gd name="csX25" fmla="*/ 722283 w 2009573"/>
              <a:gd name="csY25" fmla="*/ 1615545 h 1986331"/>
              <a:gd name="csX26" fmla="*/ 779732 w 2009573"/>
              <a:gd name="csY26" fmla="*/ 1626988 h 1986331"/>
              <a:gd name="csX27" fmla="*/ 795587 w 2009573"/>
              <a:gd name="csY27" fmla="*/ 1620253 h 1986331"/>
              <a:gd name="csX28" fmla="*/ 809580 w 2009573"/>
              <a:gd name="csY28" fmla="*/ 1614887 h 1986331"/>
              <a:gd name="csX29" fmla="*/ 821011 w 2009573"/>
              <a:gd name="csY29" fmla="*/ 1604222 h 1986331"/>
              <a:gd name="csX30" fmla="*/ 836921 w 2009573"/>
              <a:gd name="csY30" fmla="*/ 1589763 h 1986331"/>
              <a:gd name="csX31" fmla="*/ 837374 w 2009573"/>
              <a:gd name="csY31" fmla="*/ 1588956 h 1986331"/>
              <a:gd name="csX32" fmla="*/ 840712 w 2009573"/>
              <a:gd name="csY32" fmla="*/ 1585842 h 1986331"/>
              <a:gd name="csX33" fmla="*/ 905138 w 2009573"/>
              <a:gd name="csY33" fmla="*/ 1385742 h 1986331"/>
              <a:gd name="csX34" fmla="*/ 1345222 w 2009573"/>
              <a:gd name="csY34" fmla="*/ 1245105 h 1986331"/>
              <a:gd name="csX35" fmla="*/ 1452953 w 2009573"/>
              <a:gd name="csY35" fmla="*/ 1425619 h 1986331"/>
              <a:gd name="csX36" fmla="*/ 1456893 w 2009573"/>
              <a:gd name="csY36" fmla="*/ 1427896 h 1986331"/>
              <a:gd name="csX37" fmla="*/ 1457524 w 2009573"/>
              <a:gd name="csY37" fmla="*/ 1428590 h 1986331"/>
              <a:gd name="csX38" fmla="*/ 1476531 w 2009573"/>
              <a:gd name="csY38" fmla="*/ 1439249 h 1986331"/>
              <a:gd name="csX39" fmla="*/ 1489813 w 2009573"/>
              <a:gd name="csY39" fmla="*/ 1446926 h 1986331"/>
              <a:gd name="csX40" fmla="*/ 1504560 w 2009573"/>
              <a:gd name="csY40" fmla="*/ 1449000 h 1986331"/>
              <a:gd name="csX41" fmla="*/ 1521614 w 2009573"/>
              <a:gd name="csY41" fmla="*/ 1452017 h 1986331"/>
              <a:gd name="csX42" fmla="*/ 1575025 w 2009573"/>
              <a:gd name="csY42" fmla="*/ 1427959 h 1986331"/>
              <a:gd name="csX43" fmla="*/ 1586469 w 2009573"/>
              <a:gd name="csY43" fmla="*/ 1370508 h 1986331"/>
              <a:gd name="csX44" fmla="*/ 1579709 w 2009573"/>
              <a:gd name="csY44" fmla="*/ 1354594 h 1986331"/>
              <a:gd name="csX45" fmla="*/ 1574367 w 2009573"/>
              <a:gd name="csY45" fmla="*/ 1340662 h 1986331"/>
              <a:gd name="csX46" fmla="*/ 1563836 w 2009573"/>
              <a:gd name="csY46" fmla="*/ 1329376 h 1986331"/>
              <a:gd name="csX47" fmla="*/ 1549243 w 2009573"/>
              <a:gd name="csY47" fmla="*/ 1313320 h 1986331"/>
              <a:gd name="csX48" fmla="*/ 1548429 w 2009573"/>
              <a:gd name="csY48" fmla="*/ 1312863 h 1986331"/>
              <a:gd name="csX49" fmla="*/ 1545322 w 2009573"/>
              <a:gd name="csY49" fmla="*/ 1309532 h 1986331"/>
              <a:gd name="csX50" fmla="*/ 1345222 w 2009573"/>
              <a:gd name="csY50" fmla="*/ 1245105 h 1986331"/>
              <a:gd name="csX51" fmla="*/ 1640716 w 2009573"/>
              <a:gd name="csY51" fmla="*/ 941809 h 1986331"/>
              <a:gd name="csX52" fmla="*/ 1453534 w 2009573"/>
              <a:gd name="csY52" fmla="*/ 1037483 h 1986331"/>
              <a:gd name="csX53" fmla="*/ 1657283 w 2009573"/>
              <a:gd name="csY53" fmla="*/ 1089232 h 1986331"/>
              <a:gd name="csX54" fmla="*/ 1661681 w 2009573"/>
              <a:gd name="csY54" fmla="*/ 1088062 h 1986331"/>
              <a:gd name="csX55" fmla="*/ 1662616 w 2009573"/>
              <a:gd name="csY55" fmla="*/ 1088108 h 1986331"/>
              <a:gd name="csX56" fmla="*/ 1683584 w 2009573"/>
              <a:gd name="csY56" fmla="*/ 1082239 h 1986331"/>
              <a:gd name="csX57" fmla="*/ 1698428 w 2009573"/>
              <a:gd name="csY57" fmla="*/ 1078293 h 1986331"/>
              <a:gd name="csX58" fmla="*/ 1710344 w 2009573"/>
              <a:gd name="csY58" fmla="*/ 1069340 h 1986331"/>
              <a:gd name="csX59" fmla="*/ 1724540 w 2009573"/>
              <a:gd name="csY59" fmla="*/ 1059442 h 1986331"/>
              <a:gd name="csX60" fmla="*/ 1745371 w 2009573"/>
              <a:gd name="csY60" fmla="*/ 1004692 h 1986331"/>
              <a:gd name="csX61" fmla="*/ 1712909 w 2009573"/>
              <a:gd name="csY61" fmla="*/ 955931 h 1986331"/>
              <a:gd name="csX62" fmla="*/ 1696898 w 2009573"/>
              <a:gd name="csY62" fmla="*/ 949440 h 1986331"/>
              <a:gd name="csX63" fmla="*/ 1683265 w 2009573"/>
              <a:gd name="csY63" fmla="*/ 943343 h 1986331"/>
              <a:gd name="csX64" fmla="*/ 1667806 w 2009573"/>
              <a:gd name="csY64" fmla="*/ 942785 h 1986331"/>
              <a:gd name="csX65" fmla="*/ 1646167 w 2009573"/>
              <a:gd name="csY65" fmla="*/ 941722 h 1986331"/>
              <a:gd name="csX66" fmla="*/ 1645270 w 2009573"/>
              <a:gd name="csY66" fmla="*/ 941972 h 1986331"/>
              <a:gd name="csX67" fmla="*/ 1592896 w 2009573"/>
              <a:gd name="csY67" fmla="*/ 577130 h 1986331"/>
              <a:gd name="csX68" fmla="*/ 1576976 w 2009573"/>
              <a:gd name="csY68" fmla="*/ 583893 h 1986331"/>
              <a:gd name="csX69" fmla="*/ 1563050 w 2009573"/>
              <a:gd name="csY69" fmla="*/ 589233 h 1986331"/>
              <a:gd name="csX70" fmla="*/ 1551803 w 2009573"/>
              <a:gd name="csY70" fmla="*/ 599727 h 1986331"/>
              <a:gd name="csX71" fmla="*/ 1535707 w 2009573"/>
              <a:gd name="csY71" fmla="*/ 614356 h 1986331"/>
              <a:gd name="csX72" fmla="*/ 1535248 w 2009573"/>
              <a:gd name="csY72" fmla="*/ 615173 h 1986331"/>
              <a:gd name="csX73" fmla="*/ 1531919 w 2009573"/>
              <a:gd name="csY73" fmla="*/ 618278 h 1986331"/>
              <a:gd name="csX74" fmla="*/ 1467492 w 2009573"/>
              <a:gd name="csY74" fmla="*/ 818378 h 1986331"/>
              <a:gd name="csX75" fmla="*/ 1648006 w 2009573"/>
              <a:gd name="csY75" fmla="*/ 710647 h 1986331"/>
              <a:gd name="csX76" fmla="*/ 1650284 w 2009573"/>
              <a:gd name="csY76" fmla="*/ 706706 h 1986331"/>
              <a:gd name="csX77" fmla="*/ 1650977 w 2009573"/>
              <a:gd name="csY77" fmla="*/ 706076 h 1986331"/>
              <a:gd name="csX78" fmla="*/ 1661623 w 2009573"/>
              <a:gd name="csY78" fmla="*/ 687093 h 1986331"/>
              <a:gd name="csX79" fmla="*/ 1669315 w 2009573"/>
              <a:gd name="csY79" fmla="*/ 673788 h 1986331"/>
              <a:gd name="csX80" fmla="*/ 1671388 w 2009573"/>
              <a:gd name="csY80" fmla="*/ 659027 h 1986331"/>
              <a:gd name="csX81" fmla="*/ 1674403 w 2009573"/>
              <a:gd name="csY81" fmla="*/ 641986 h 1986331"/>
              <a:gd name="csX82" fmla="*/ 1650346 w 2009573"/>
              <a:gd name="csY82" fmla="*/ 588575 h 1986331"/>
              <a:gd name="csX83" fmla="*/ 1592896 w 2009573"/>
              <a:gd name="csY83" fmla="*/ 577130 h 1986331"/>
              <a:gd name="csX84" fmla="*/ 1269923 w 2009573"/>
              <a:gd name="csY84" fmla="*/ 420057 h 1986331"/>
              <a:gd name="csX85" fmla="*/ 1217842 w 2009573"/>
              <a:gd name="csY85" fmla="*/ 446872 h 1986331"/>
              <a:gd name="csX86" fmla="*/ 1209603 w 2009573"/>
              <a:gd name="csY86" fmla="*/ 462062 h 1986331"/>
              <a:gd name="csX87" fmla="*/ 1202024 w 2009573"/>
              <a:gd name="csY87" fmla="*/ 474925 h 1986331"/>
              <a:gd name="csX88" fmla="*/ 1199749 w 2009573"/>
              <a:gd name="csY88" fmla="*/ 490186 h 1986331"/>
              <a:gd name="csX89" fmla="*/ 1196269 w 2009573"/>
              <a:gd name="csY89" fmla="*/ 511610 h 1986331"/>
              <a:gd name="csX90" fmla="*/ 1196419 w 2009573"/>
              <a:gd name="csY90" fmla="*/ 512531 h 1986331"/>
              <a:gd name="csX91" fmla="*/ 1195748 w 2009573"/>
              <a:gd name="csY91" fmla="*/ 517036 h 1986331"/>
              <a:gd name="csX92" fmla="*/ 1269923 w 2009573"/>
              <a:gd name="csY92" fmla="*/ 713731 h 1986331"/>
              <a:gd name="csX93" fmla="*/ 1344098 w 2009573"/>
              <a:gd name="csY93" fmla="*/ 517036 h 1986331"/>
              <a:gd name="csX94" fmla="*/ 1343427 w 2009573"/>
              <a:gd name="csY94" fmla="*/ 512532 h 1986331"/>
              <a:gd name="csX95" fmla="*/ 1343577 w 2009573"/>
              <a:gd name="csY95" fmla="*/ 511610 h 1986331"/>
              <a:gd name="csX96" fmla="*/ 1340094 w 2009573"/>
              <a:gd name="csY96" fmla="*/ 490162 h 1986331"/>
              <a:gd name="csX97" fmla="*/ 1337823 w 2009573"/>
              <a:gd name="csY97" fmla="*/ 474925 h 1986331"/>
              <a:gd name="csX98" fmla="*/ 1330248 w 2009573"/>
              <a:gd name="csY98" fmla="*/ 462072 h 1986331"/>
              <a:gd name="csX99" fmla="*/ 1322004 w 2009573"/>
              <a:gd name="csY99" fmla="*/ 446873 h 1986331"/>
              <a:gd name="csX100" fmla="*/ 1269923 w 2009573"/>
              <a:gd name="csY100" fmla="*/ 420057 h 1986331"/>
              <a:gd name="csX101" fmla="*/ 886189 w 2009573"/>
              <a:gd name="csY101" fmla="*/ 7380 h 1986331"/>
              <a:gd name="csX102" fmla="*/ 2002451 w 2009573"/>
              <a:gd name="csY102" fmla="*/ 873138 h 1986331"/>
              <a:gd name="csX103" fmla="*/ 1123384 w 2009573"/>
              <a:gd name="csY103" fmla="*/ 1978951 h 1986331"/>
              <a:gd name="csX104" fmla="*/ 7122 w 2009573"/>
              <a:gd name="csY104" fmla="*/ 1113193 h 1986331"/>
              <a:gd name="csX105" fmla="*/ 886189 w 2009573"/>
              <a:gd name="csY105" fmla="*/ 7380 h 198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</a:cxnLst>
            <a:rect l="l" t="t" r="r" b="b"/>
            <a:pathLst>
              <a:path w="2009573" h="1986331">
                <a:moveTo>
                  <a:pt x="1170075" y="1394783"/>
                </a:moveTo>
                <a:cubicBezTo>
                  <a:pt x="1122838" y="1477490"/>
                  <a:pt x="1112597" y="1549497"/>
                  <a:pt x="1118894" y="1598673"/>
                </a:cubicBezTo>
                <a:lnTo>
                  <a:pt x="1120078" y="1603074"/>
                </a:lnTo>
                <a:lnTo>
                  <a:pt x="1120035" y="1604005"/>
                </a:lnTo>
                <a:lnTo>
                  <a:pt x="1125937" y="1624868"/>
                </a:lnTo>
                <a:lnTo>
                  <a:pt x="1129948" y="1639790"/>
                </a:lnTo>
                <a:lnTo>
                  <a:pt x="1138949" y="1651698"/>
                </a:lnTo>
                <a:lnTo>
                  <a:pt x="1148873" y="1665849"/>
                </a:lnTo>
                <a:cubicBezTo>
                  <a:pt x="1164011" y="1680783"/>
                  <a:pt x="1183476" y="1688856"/>
                  <a:pt x="1203682" y="1686528"/>
                </a:cubicBezTo>
                <a:cubicBezTo>
                  <a:pt x="1223887" y="1684201"/>
                  <a:pt x="1241006" y="1671914"/>
                  <a:pt x="1252352" y="1653930"/>
                </a:cubicBezTo>
                <a:lnTo>
                  <a:pt x="1258811" y="1637868"/>
                </a:lnTo>
                <a:lnTo>
                  <a:pt x="1264856" y="1624250"/>
                </a:lnTo>
                <a:lnTo>
                  <a:pt x="1265367" y="1608897"/>
                </a:lnTo>
                <a:lnTo>
                  <a:pt x="1266376" y="1587149"/>
                </a:lnTo>
                <a:lnTo>
                  <a:pt x="1266120" y="1586248"/>
                </a:lnTo>
                <a:lnTo>
                  <a:pt x="1266272" y="1581697"/>
                </a:lnTo>
                <a:cubicBezTo>
                  <a:pt x="1261224" y="1532377"/>
                  <a:pt x="1234879" y="1464584"/>
                  <a:pt x="1170075" y="1394783"/>
                </a:cubicBezTo>
                <a:close/>
                <a:moveTo>
                  <a:pt x="905138" y="1385742"/>
                </a:moveTo>
                <a:cubicBezTo>
                  <a:pt x="813218" y="1410694"/>
                  <a:pt x="754999" y="1454290"/>
                  <a:pt x="724625" y="1493473"/>
                </a:cubicBezTo>
                <a:lnTo>
                  <a:pt x="722347" y="1497412"/>
                </a:lnTo>
                <a:lnTo>
                  <a:pt x="721653" y="1498044"/>
                </a:lnTo>
                <a:lnTo>
                  <a:pt x="710975" y="1517083"/>
                </a:lnTo>
                <a:lnTo>
                  <a:pt x="703316" y="1530332"/>
                </a:lnTo>
                <a:lnTo>
                  <a:pt x="701246" y="1545060"/>
                </a:lnTo>
                <a:lnTo>
                  <a:pt x="698226" y="1562134"/>
                </a:lnTo>
                <a:cubicBezTo>
                  <a:pt x="698340" y="1583397"/>
                  <a:pt x="706368" y="1602880"/>
                  <a:pt x="722283" y="1615545"/>
                </a:cubicBezTo>
                <a:cubicBezTo>
                  <a:pt x="738197" y="1628208"/>
                  <a:pt x="758986" y="1631654"/>
                  <a:pt x="779732" y="1626988"/>
                </a:cubicBezTo>
                <a:lnTo>
                  <a:pt x="795587" y="1620253"/>
                </a:lnTo>
                <a:lnTo>
                  <a:pt x="809580" y="1614887"/>
                </a:lnTo>
                <a:lnTo>
                  <a:pt x="821011" y="1604222"/>
                </a:lnTo>
                <a:lnTo>
                  <a:pt x="836921" y="1589763"/>
                </a:lnTo>
                <a:lnTo>
                  <a:pt x="837374" y="1588956"/>
                </a:lnTo>
                <a:lnTo>
                  <a:pt x="840712" y="1585842"/>
                </a:lnTo>
                <a:cubicBezTo>
                  <a:pt x="872070" y="1547443"/>
                  <a:pt x="901472" y="1480918"/>
                  <a:pt x="905138" y="1385742"/>
                </a:cubicBezTo>
                <a:close/>
                <a:moveTo>
                  <a:pt x="1345222" y="1245105"/>
                </a:moveTo>
                <a:cubicBezTo>
                  <a:pt x="1370174" y="1337025"/>
                  <a:pt x="1413770" y="1395244"/>
                  <a:pt x="1452953" y="1425619"/>
                </a:cubicBezTo>
                <a:lnTo>
                  <a:pt x="1456893" y="1427896"/>
                </a:lnTo>
                <a:lnTo>
                  <a:pt x="1457524" y="1428590"/>
                </a:lnTo>
                <a:lnTo>
                  <a:pt x="1476531" y="1439249"/>
                </a:lnTo>
                <a:lnTo>
                  <a:pt x="1489813" y="1446926"/>
                </a:lnTo>
                <a:lnTo>
                  <a:pt x="1504560" y="1449000"/>
                </a:lnTo>
                <a:lnTo>
                  <a:pt x="1521614" y="1452017"/>
                </a:lnTo>
                <a:cubicBezTo>
                  <a:pt x="1542878" y="1451903"/>
                  <a:pt x="1562361" y="1443875"/>
                  <a:pt x="1575025" y="1427959"/>
                </a:cubicBezTo>
                <a:cubicBezTo>
                  <a:pt x="1587688" y="1412044"/>
                  <a:pt x="1591135" y="1391254"/>
                  <a:pt x="1586469" y="1370508"/>
                </a:cubicBezTo>
                <a:lnTo>
                  <a:pt x="1579709" y="1354594"/>
                </a:lnTo>
                <a:lnTo>
                  <a:pt x="1574367" y="1340662"/>
                </a:lnTo>
                <a:lnTo>
                  <a:pt x="1563836" y="1329376"/>
                </a:lnTo>
                <a:lnTo>
                  <a:pt x="1549243" y="1313320"/>
                </a:lnTo>
                <a:lnTo>
                  <a:pt x="1548429" y="1312863"/>
                </a:lnTo>
                <a:lnTo>
                  <a:pt x="1545322" y="1309532"/>
                </a:lnTo>
                <a:cubicBezTo>
                  <a:pt x="1506921" y="1278174"/>
                  <a:pt x="1440397" y="1248772"/>
                  <a:pt x="1345222" y="1245105"/>
                </a:cubicBezTo>
                <a:close/>
                <a:moveTo>
                  <a:pt x="1640716" y="941809"/>
                </a:moveTo>
                <a:cubicBezTo>
                  <a:pt x="1591382" y="946718"/>
                  <a:pt x="1523517" y="972874"/>
                  <a:pt x="1453534" y="1037483"/>
                </a:cubicBezTo>
                <a:cubicBezTo>
                  <a:pt x="1536111" y="1084950"/>
                  <a:pt x="1608088" y="1095393"/>
                  <a:pt x="1657283" y="1089232"/>
                </a:cubicBezTo>
                <a:lnTo>
                  <a:pt x="1661681" y="1088062"/>
                </a:lnTo>
                <a:lnTo>
                  <a:pt x="1662616" y="1088108"/>
                </a:lnTo>
                <a:lnTo>
                  <a:pt x="1683584" y="1082239"/>
                </a:lnTo>
                <a:lnTo>
                  <a:pt x="1698428" y="1078293"/>
                </a:lnTo>
                <a:lnTo>
                  <a:pt x="1710344" y="1069340"/>
                </a:lnTo>
                <a:lnTo>
                  <a:pt x="1724540" y="1059442"/>
                </a:lnTo>
                <a:cubicBezTo>
                  <a:pt x="1739516" y="1044346"/>
                  <a:pt x="1747644" y="1024904"/>
                  <a:pt x="1745371" y="1004692"/>
                </a:cubicBezTo>
                <a:cubicBezTo>
                  <a:pt x="1743101" y="984480"/>
                  <a:pt x="1730861" y="967326"/>
                  <a:pt x="1712909" y="955931"/>
                </a:cubicBezTo>
                <a:lnTo>
                  <a:pt x="1696898" y="949440"/>
                </a:lnTo>
                <a:lnTo>
                  <a:pt x="1683265" y="943343"/>
                </a:lnTo>
                <a:lnTo>
                  <a:pt x="1667806" y="942785"/>
                </a:lnTo>
                <a:lnTo>
                  <a:pt x="1646167" y="941722"/>
                </a:lnTo>
                <a:lnTo>
                  <a:pt x="1645270" y="941972"/>
                </a:lnTo>
                <a:close/>
                <a:moveTo>
                  <a:pt x="1592896" y="577130"/>
                </a:moveTo>
                <a:lnTo>
                  <a:pt x="1576976" y="583893"/>
                </a:lnTo>
                <a:lnTo>
                  <a:pt x="1563050" y="589233"/>
                </a:lnTo>
                <a:lnTo>
                  <a:pt x="1551803" y="599727"/>
                </a:lnTo>
                <a:lnTo>
                  <a:pt x="1535707" y="614356"/>
                </a:lnTo>
                <a:lnTo>
                  <a:pt x="1535248" y="615173"/>
                </a:lnTo>
                <a:lnTo>
                  <a:pt x="1531919" y="618278"/>
                </a:lnTo>
                <a:cubicBezTo>
                  <a:pt x="1500561" y="656677"/>
                  <a:pt x="1471159" y="723203"/>
                  <a:pt x="1467492" y="818378"/>
                </a:cubicBezTo>
                <a:cubicBezTo>
                  <a:pt x="1559412" y="793425"/>
                  <a:pt x="1617633" y="749830"/>
                  <a:pt x="1648006" y="710647"/>
                </a:cubicBezTo>
                <a:lnTo>
                  <a:pt x="1650284" y="706706"/>
                </a:lnTo>
                <a:lnTo>
                  <a:pt x="1650977" y="706076"/>
                </a:lnTo>
                <a:lnTo>
                  <a:pt x="1661623" y="687093"/>
                </a:lnTo>
                <a:lnTo>
                  <a:pt x="1669315" y="673788"/>
                </a:lnTo>
                <a:lnTo>
                  <a:pt x="1671388" y="659027"/>
                </a:lnTo>
                <a:lnTo>
                  <a:pt x="1674403" y="641986"/>
                </a:lnTo>
                <a:cubicBezTo>
                  <a:pt x="1674290" y="620723"/>
                  <a:pt x="1666262" y="601240"/>
                  <a:pt x="1650346" y="588575"/>
                </a:cubicBezTo>
                <a:cubicBezTo>
                  <a:pt x="1634431" y="575911"/>
                  <a:pt x="1613641" y="572466"/>
                  <a:pt x="1592896" y="577130"/>
                </a:cubicBezTo>
                <a:close/>
                <a:moveTo>
                  <a:pt x="1269923" y="420057"/>
                </a:moveTo>
                <a:cubicBezTo>
                  <a:pt x="1249584" y="420057"/>
                  <a:pt x="1231170" y="430305"/>
                  <a:pt x="1217842" y="446872"/>
                </a:cubicBezTo>
                <a:lnTo>
                  <a:pt x="1209603" y="462062"/>
                </a:lnTo>
                <a:lnTo>
                  <a:pt x="1202024" y="474925"/>
                </a:lnTo>
                <a:lnTo>
                  <a:pt x="1199749" y="490186"/>
                </a:lnTo>
                <a:lnTo>
                  <a:pt x="1196269" y="511610"/>
                </a:lnTo>
                <a:lnTo>
                  <a:pt x="1196419" y="512531"/>
                </a:lnTo>
                <a:lnTo>
                  <a:pt x="1195748" y="517036"/>
                </a:lnTo>
                <a:cubicBezTo>
                  <a:pt x="1195118" y="566609"/>
                  <a:pt x="1213532" y="636972"/>
                  <a:pt x="1269923" y="713731"/>
                </a:cubicBezTo>
                <a:cubicBezTo>
                  <a:pt x="1326314" y="636972"/>
                  <a:pt x="1344728" y="566610"/>
                  <a:pt x="1344098" y="517036"/>
                </a:cubicBezTo>
                <a:lnTo>
                  <a:pt x="1343427" y="512532"/>
                </a:lnTo>
                <a:lnTo>
                  <a:pt x="1343577" y="511610"/>
                </a:lnTo>
                <a:lnTo>
                  <a:pt x="1340094" y="490162"/>
                </a:lnTo>
                <a:lnTo>
                  <a:pt x="1337823" y="474925"/>
                </a:lnTo>
                <a:lnTo>
                  <a:pt x="1330248" y="462072"/>
                </a:lnTo>
                <a:lnTo>
                  <a:pt x="1322004" y="446873"/>
                </a:lnTo>
                <a:cubicBezTo>
                  <a:pt x="1308676" y="430304"/>
                  <a:pt x="1290262" y="420057"/>
                  <a:pt x="1269923" y="420057"/>
                </a:cubicBezTo>
                <a:close/>
                <a:moveTo>
                  <a:pt x="886189" y="7380"/>
                </a:moveTo>
                <a:cubicBezTo>
                  <a:pt x="1437183" y="-58909"/>
                  <a:pt x="1936952" y="328704"/>
                  <a:pt x="2002451" y="873138"/>
                </a:cubicBezTo>
                <a:cubicBezTo>
                  <a:pt x="2067951" y="1417573"/>
                  <a:pt x="1674379" y="1912662"/>
                  <a:pt x="1123384" y="1978951"/>
                </a:cubicBezTo>
                <a:cubicBezTo>
                  <a:pt x="572390" y="2045240"/>
                  <a:pt x="72621" y="1657627"/>
                  <a:pt x="7122" y="1113193"/>
                </a:cubicBezTo>
                <a:cubicBezTo>
                  <a:pt x="-58378" y="568758"/>
                  <a:pt x="335194" y="73669"/>
                  <a:pt x="886189" y="73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6" name="Freeform 265">
            <a:extLst>
              <a:ext uri="{FF2B5EF4-FFF2-40B4-BE49-F238E27FC236}">
                <a16:creationId xmlns:a16="http://schemas.microsoft.com/office/drawing/2014/main" id="{2B290B58-3514-8B05-1B97-7A5909FE8EB6}"/>
              </a:ext>
            </a:extLst>
          </p:cNvPr>
          <p:cNvSpPr/>
          <p:nvPr/>
        </p:nvSpPr>
        <p:spPr>
          <a:xfrm rot="9997084" flipV="1">
            <a:off x="3212650" y="4324258"/>
            <a:ext cx="2009574" cy="1986331"/>
          </a:xfrm>
          <a:custGeom>
            <a:avLst/>
            <a:gdLst>
              <a:gd name="csX0" fmla="*/ 1087224 w 2009574"/>
              <a:gd name="csY0" fmla="*/ 1392303 h 1986331"/>
              <a:gd name="csX1" fmla="*/ 1183421 w 2009574"/>
              <a:gd name="csY1" fmla="*/ 1579218 h 1986331"/>
              <a:gd name="csX2" fmla="*/ 1183270 w 2009574"/>
              <a:gd name="csY2" fmla="*/ 1583768 h 1986331"/>
              <a:gd name="csX3" fmla="*/ 1183524 w 2009574"/>
              <a:gd name="csY3" fmla="*/ 1584669 h 1986331"/>
              <a:gd name="csX4" fmla="*/ 1182516 w 2009574"/>
              <a:gd name="csY4" fmla="*/ 1606419 h 1986331"/>
              <a:gd name="csX5" fmla="*/ 1182005 w 2009574"/>
              <a:gd name="csY5" fmla="*/ 1621770 h 1986331"/>
              <a:gd name="csX6" fmla="*/ 1175960 w 2009574"/>
              <a:gd name="csY6" fmla="*/ 1635386 h 1986331"/>
              <a:gd name="csX7" fmla="*/ 1169501 w 2009574"/>
              <a:gd name="csY7" fmla="*/ 1651450 h 1986331"/>
              <a:gd name="csX8" fmla="*/ 1120831 w 2009574"/>
              <a:gd name="csY8" fmla="*/ 1684048 h 1986331"/>
              <a:gd name="csX9" fmla="*/ 1066023 w 2009574"/>
              <a:gd name="csY9" fmla="*/ 1663369 h 1986331"/>
              <a:gd name="csX10" fmla="*/ 1056097 w 2009574"/>
              <a:gd name="csY10" fmla="*/ 1649218 h 1986331"/>
              <a:gd name="csX11" fmla="*/ 1047097 w 2009574"/>
              <a:gd name="csY11" fmla="*/ 1637310 h 1986331"/>
              <a:gd name="csX12" fmla="*/ 1043088 w 2009574"/>
              <a:gd name="csY12" fmla="*/ 1622392 h 1986331"/>
              <a:gd name="csX13" fmla="*/ 1037184 w 2009574"/>
              <a:gd name="csY13" fmla="*/ 1601525 h 1986331"/>
              <a:gd name="csX14" fmla="*/ 1037227 w 2009574"/>
              <a:gd name="csY14" fmla="*/ 1600594 h 1986331"/>
              <a:gd name="csX15" fmla="*/ 1036044 w 2009574"/>
              <a:gd name="csY15" fmla="*/ 1596193 h 1986331"/>
              <a:gd name="csX16" fmla="*/ 1087224 w 2009574"/>
              <a:gd name="csY16" fmla="*/ 1392303 h 1986331"/>
              <a:gd name="csX17" fmla="*/ 822289 w 2009574"/>
              <a:gd name="csY17" fmla="*/ 1383263 h 1986331"/>
              <a:gd name="csX18" fmla="*/ 757861 w 2009574"/>
              <a:gd name="csY18" fmla="*/ 1583364 h 1986331"/>
              <a:gd name="csX19" fmla="*/ 754524 w 2009574"/>
              <a:gd name="csY19" fmla="*/ 1586477 h 1986331"/>
              <a:gd name="csX20" fmla="*/ 754071 w 2009574"/>
              <a:gd name="csY20" fmla="*/ 1587284 h 1986331"/>
              <a:gd name="csX21" fmla="*/ 738161 w 2009574"/>
              <a:gd name="csY21" fmla="*/ 1601743 h 1986331"/>
              <a:gd name="csX22" fmla="*/ 726731 w 2009574"/>
              <a:gd name="csY22" fmla="*/ 1612408 h 1986331"/>
              <a:gd name="csX23" fmla="*/ 712738 w 2009574"/>
              <a:gd name="csY23" fmla="*/ 1617775 h 1986331"/>
              <a:gd name="csX24" fmla="*/ 696882 w 2009574"/>
              <a:gd name="csY24" fmla="*/ 1624510 h 1986331"/>
              <a:gd name="csX25" fmla="*/ 639433 w 2009574"/>
              <a:gd name="csY25" fmla="*/ 1613066 h 1986331"/>
              <a:gd name="csX26" fmla="*/ 615376 w 2009574"/>
              <a:gd name="csY26" fmla="*/ 1559655 h 1986331"/>
              <a:gd name="csX27" fmla="*/ 618397 w 2009574"/>
              <a:gd name="csY27" fmla="*/ 1542581 h 1986331"/>
              <a:gd name="csX28" fmla="*/ 620466 w 2009574"/>
              <a:gd name="csY28" fmla="*/ 1527855 h 1986331"/>
              <a:gd name="csX29" fmla="*/ 628126 w 2009574"/>
              <a:gd name="csY29" fmla="*/ 1514605 h 1986331"/>
              <a:gd name="csX30" fmla="*/ 638803 w 2009574"/>
              <a:gd name="csY30" fmla="*/ 1495566 h 1986331"/>
              <a:gd name="csX31" fmla="*/ 639498 w 2009574"/>
              <a:gd name="csY31" fmla="*/ 1494935 h 1986331"/>
              <a:gd name="csX32" fmla="*/ 641775 w 2009574"/>
              <a:gd name="csY32" fmla="*/ 1490995 h 1986331"/>
              <a:gd name="csX33" fmla="*/ 822289 w 2009574"/>
              <a:gd name="csY33" fmla="*/ 1383263 h 1986331"/>
              <a:gd name="csX34" fmla="*/ 1262372 w 2009574"/>
              <a:gd name="csY34" fmla="*/ 1242625 h 1986331"/>
              <a:gd name="csX35" fmla="*/ 1462472 w 2009574"/>
              <a:gd name="csY35" fmla="*/ 1307052 h 1986331"/>
              <a:gd name="csX36" fmla="*/ 1465581 w 2009574"/>
              <a:gd name="csY36" fmla="*/ 1310384 h 1986331"/>
              <a:gd name="csX37" fmla="*/ 1466393 w 2009574"/>
              <a:gd name="csY37" fmla="*/ 1310840 h 1986331"/>
              <a:gd name="csX38" fmla="*/ 1480969 w 2009574"/>
              <a:gd name="csY38" fmla="*/ 1326878 h 1986331"/>
              <a:gd name="csX39" fmla="*/ 1491517 w 2009574"/>
              <a:gd name="csY39" fmla="*/ 1338183 h 1986331"/>
              <a:gd name="csX40" fmla="*/ 1496863 w 2009574"/>
              <a:gd name="csY40" fmla="*/ 1352125 h 1986331"/>
              <a:gd name="csX41" fmla="*/ 1503620 w 2009574"/>
              <a:gd name="csY41" fmla="*/ 1368029 h 1986331"/>
              <a:gd name="csX42" fmla="*/ 1492174 w 2009574"/>
              <a:gd name="csY42" fmla="*/ 1425479 h 1986331"/>
              <a:gd name="csX43" fmla="*/ 1438764 w 2009574"/>
              <a:gd name="csY43" fmla="*/ 1449537 h 1986331"/>
              <a:gd name="csX44" fmla="*/ 1421713 w 2009574"/>
              <a:gd name="csY44" fmla="*/ 1446521 h 1986331"/>
              <a:gd name="csX45" fmla="*/ 1406962 w 2009574"/>
              <a:gd name="csY45" fmla="*/ 1444448 h 1986331"/>
              <a:gd name="csX46" fmla="*/ 1393669 w 2009574"/>
              <a:gd name="csY46" fmla="*/ 1436762 h 1986331"/>
              <a:gd name="csX47" fmla="*/ 1374674 w 2009574"/>
              <a:gd name="csY47" fmla="*/ 1426110 h 1986331"/>
              <a:gd name="csX48" fmla="*/ 1374044 w 2009574"/>
              <a:gd name="csY48" fmla="*/ 1425416 h 1986331"/>
              <a:gd name="csX49" fmla="*/ 1370102 w 2009574"/>
              <a:gd name="csY49" fmla="*/ 1423139 h 1986331"/>
              <a:gd name="csX50" fmla="*/ 1262372 w 2009574"/>
              <a:gd name="csY50" fmla="*/ 1242625 h 1986331"/>
              <a:gd name="csX51" fmla="*/ 1557865 w 2009574"/>
              <a:gd name="csY51" fmla="*/ 939328 h 1986331"/>
              <a:gd name="csX52" fmla="*/ 1562419 w 2009574"/>
              <a:gd name="csY52" fmla="*/ 939492 h 1986331"/>
              <a:gd name="csX53" fmla="*/ 1563316 w 2009574"/>
              <a:gd name="csY53" fmla="*/ 939241 h 1986331"/>
              <a:gd name="csX54" fmla="*/ 1584957 w 2009574"/>
              <a:gd name="csY54" fmla="*/ 940304 h 1986331"/>
              <a:gd name="csX55" fmla="*/ 1600413 w 2009574"/>
              <a:gd name="csY55" fmla="*/ 940863 h 1986331"/>
              <a:gd name="csX56" fmla="*/ 1614047 w 2009574"/>
              <a:gd name="csY56" fmla="*/ 946961 h 1986331"/>
              <a:gd name="csX57" fmla="*/ 1630057 w 2009574"/>
              <a:gd name="csY57" fmla="*/ 953451 h 1986331"/>
              <a:gd name="csX58" fmla="*/ 1662521 w 2009574"/>
              <a:gd name="csY58" fmla="*/ 1002212 h 1986331"/>
              <a:gd name="csX59" fmla="*/ 1641688 w 2009574"/>
              <a:gd name="csY59" fmla="*/ 1056962 h 1986331"/>
              <a:gd name="csX60" fmla="*/ 1627491 w 2009574"/>
              <a:gd name="csY60" fmla="*/ 1066859 h 1986331"/>
              <a:gd name="csX61" fmla="*/ 1615577 w 2009574"/>
              <a:gd name="csY61" fmla="*/ 1075813 h 1986331"/>
              <a:gd name="csX62" fmla="*/ 1600730 w 2009574"/>
              <a:gd name="csY62" fmla="*/ 1079759 h 1986331"/>
              <a:gd name="csX63" fmla="*/ 1579764 w 2009574"/>
              <a:gd name="csY63" fmla="*/ 1085628 h 1986331"/>
              <a:gd name="csX64" fmla="*/ 1578829 w 2009574"/>
              <a:gd name="csY64" fmla="*/ 1085581 h 1986331"/>
              <a:gd name="csX65" fmla="*/ 1574430 w 2009574"/>
              <a:gd name="csY65" fmla="*/ 1086752 h 1986331"/>
              <a:gd name="csX66" fmla="*/ 1370682 w 2009574"/>
              <a:gd name="csY66" fmla="*/ 1035003 h 1986331"/>
              <a:gd name="csX67" fmla="*/ 1557865 w 2009574"/>
              <a:gd name="csY67" fmla="*/ 939328 h 1986331"/>
              <a:gd name="csX68" fmla="*/ 1510045 w 2009574"/>
              <a:gd name="csY68" fmla="*/ 574650 h 1986331"/>
              <a:gd name="csX69" fmla="*/ 1567495 w 2009574"/>
              <a:gd name="csY69" fmla="*/ 586095 h 1986331"/>
              <a:gd name="csX70" fmla="*/ 1591553 w 2009574"/>
              <a:gd name="csY70" fmla="*/ 639506 h 1986331"/>
              <a:gd name="csX71" fmla="*/ 1588539 w 2009574"/>
              <a:gd name="csY71" fmla="*/ 656542 h 1986331"/>
              <a:gd name="csX72" fmla="*/ 1586464 w 2009574"/>
              <a:gd name="csY72" fmla="*/ 671308 h 1986331"/>
              <a:gd name="csX73" fmla="*/ 1578758 w 2009574"/>
              <a:gd name="csY73" fmla="*/ 684635 h 1986331"/>
              <a:gd name="csX74" fmla="*/ 1568125 w 2009574"/>
              <a:gd name="csY74" fmla="*/ 703596 h 1986331"/>
              <a:gd name="csX75" fmla="*/ 1567433 w 2009574"/>
              <a:gd name="csY75" fmla="*/ 704224 h 1986331"/>
              <a:gd name="csX76" fmla="*/ 1565154 w 2009574"/>
              <a:gd name="csY76" fmla="*/ 708167 h 1986331"/>
              <a:gd name="csX77" fmla="*/ 1384641 w 2009574"/>
              <a:gd name="csY77" fmla="*/ 815898 h 1986331"/>
              <a:gd name="csX78" fmla="*/ 1449068 w 2009574"/>
              <a:gd name="csY78" fmla="*/ 615798 h 1986331"/>
              <a:gd name="csX79" fmla="*/ 1452398 w 2009574"/>
              <a:gd name="csY79" fmla="*/ 612692 h 1986331"/>
              <a:gd name="csX80" fmla="*/ 1452855 w 2009574"/>
              <a:gd name="csY80" fmla="*/ 611876 h 1986331"/>
              <a:gd name="csX81" fmla="*/ 1468940 w 2009574"/>
              <a:gd name="csY81" fmla="*/ 597257 h 1986331"/>
              <a:gd name="csX82" fmla="*/ 1480199 w 2009574"/>
              <a:gd name="csY82" fmla="*/ 586753 h 1986331"/>
              <a:gd name="csX83" fmla="*/ 1494125 w 2009574"/>
              <a:gd name="csY83" fmla="*/ 581412 h 1986331"/>
              <a:gd name="csX84" fmla="*/ 1187074 w 2009574"/>
              <a:gd name="csY84" fmla="*/ 417577 h 1986331"/>
              <a:gd name="csX85" fmla="*/ 1239155 w 2009574"/>
              <a:gd name="csY85" fmla="*/ 444393 h 1986331"/>
              <a:gd name="csX86" fmla="*/ 1247399 w 2009574"/>
              <a:gd name="csY86" fmla="*/ 459590 h 1986331"/>
              <a:gd name="csX87" fmla="*/ 1254974 w 2009574"/>
              <a:gd name="csY87" fmla="*/ 472445 h 1986331"/>
              <a:gd name="csX88" fmla="*/ 1257244 w 2009574"/>
              <a:gd name="csY88" fmla="*/ 487678 h 1986331"/>
              <a:gd name="csX89" fmla="*/ 1260728 w 2009574"/>
              <a:gd name="csY89" fmla="*/ 509130 h 1986331"/>
              <a:gd name="csX90" fmla="*/ 1260578 w 2009574"/>
              <a:gd name="csY90" fmla="*/ 510052 h 1986331"/>
              <a:gd name="csX91" fmla="*/ 1261249 w 2009574"/>
              <a:gd name="csY91" fmla="*/ 514556 h 1986331"/>
              <a:gd name="csX92" fmla="*/ 1187074 w 2009574"/>
              <a:gd name="csY92" fmla="*/ 711251 h 1986331"/>
              <a:gd name="csX93" fmla="*/ 1112899 w 2009574"/>
              <a:gd name="csY93" fmla="*/ 514556 h 1986331"/>
              <a:gd name="csX94" fmla="*/ 1113570 w 2009574"/>
              <a:gd name="csY94" fmla="*/ 510052 h 1986331"/>
              <a:gd name="csX95" fmla="*/ 1113420 w 2009574"/>
              <a:gd name="csY95" fmla="*/ 509130 h 1986331"/>
              <a:gd name="csX96" fmla="*/ 1116901 w 2009574"/>
              <a:gd name="csY96" fmla="*/ 487697 h 1986331"/>
              <a:gd name="csX97" fmla="*/ 1119174 w 2009574"/>
              <a:gd name="csY97" fmla="*/ 472445 h 1986331"/>
              <a:gd name="csX98" fmla="*/ 1126754 w 2009574"/>
              <a:gd name="csY98" fmla="*/ 459582 h 1986331"/>
              <a:gd name="csX99" fmla="*/ 1134993 w 2009574"/>
              <a:gd name="csY99" fmla="*/ 444392 h 1986331"/>
              <a:gd name="csX100" fmla="*/ 1187074 w 2009574"/>
              <a:gd name="csY100" fmla="*/ 417577 h 1986331"/>
              <a:gd name="csX101" fmla="*/ 886189 w 2009574"/>
              <a:gd name="csY101" fmla="*/ 7380 h 1986331"/>
              <a:gd name="csX102" fmla="*/ 7122 w 2009574"/>
              <a:gd name="csY102" fmla="*/ 1113192 h 1986331"/>
              <a:gd name="csX103" fmla="*/ 1123385 w 2009574"/>
              <a:gd name="csY103" fmla="*/ 1978951 h 1986331"/>
              <a:gd name="csX104" fmla="*/ 2002452 w 2009574"/>
              <a:gd name="csY104" fmla="*/ 873138 h 1986331"/>
              <a:gd name="csX105" fmla="*/ 886189 w 2009574"/>
              <a:gd name="csY105" fmla="*/ 7380 h 198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</a:cxnLst>
            <a:rect l="l" t="t" r="r" b="b"/>
            <a:pathLst>
              <a:path w="2009574" h="1986331">
                <a:moveTo>
                  <a:pt x="1087224" y="1392303"/>
                </a:moveTo>
                <a:cubicBezTo>
                  <a:pt x="1152029" y="1462104"/>
                  <a:pt x="1178373" y="1529898"/>
                  <a:pt x="1183421" y="1579218"/>
                </a:cubicBezTo>
                <a:lnTo>
                  <a:pt x="1183270" y="1583768"/>
                </a:lnTo>
                <a:lnTo>
                  <a:pt x="1183524" y="1584669"/>
                </a:lnTo>
                <a:lnTo>
                  <a:pt x="1182516" y="1606419"/>
                </a:lnTo>
                <a:lnTo>
                  <a:pt x="1182005" y="1621770"/>
                </a:lnTo>
                <a:lnTo>
                  <a:pt x="1175960" y="1635386"/>
                </a:lnTo>
                <a:lnTo>
                  <a:pt x="1169501" y="1651450"/>
                </a:lnTo>
                <a:cubicBezTo>
                  <a:pt x="1158156" y="1669434"/>
                  <a:pt x="1141036" y="1681721"/>
                  <a:pt x="1120831" y="1684048"/>
                </a:cubicBezTo>
                <a:cubicBezTo>
                  <a:pt x="1100625" y="1686376"/>
                  <a:pt x="1081160" y="1678303"/>
                  <a:pt x="1066023" y="1663369"/>
                </a:cubicBezTo>
                <a:lnTo>
                  <a:pt x="1056097" y="1649218"/>
                </a:lnTo>
                <a:lnTo>
                  <a:pt x="1047097" y="1637310"/>
                </a:lnTo>
                <a:lnTo>
                  <a:pt x="1043088" y="1622392"/>
                </a:lnTo>
                <a:lnTo>
                  <a:pt x="1037184" y="1601525"/>
                </a:lnTo>
                <a:lnTo>
                  <a:pt x="1037227" y="1600594"/>
                </a:lnTo>
                <a:lnTo>
                  <a:pt x="1036044" y="1596193"/>
                </a:lnTo>
                <a:cubicBezTo>
                  <a:pt x="1029747" y="1547018"/>
                  <a:pt x="1039987" y="1475010"/>
                  <a:pt x="1087224" y="1392303"/>
                </a:cubicBezTo>
                <a:close/>
                <a:moveTo>
                  <a:pt x="822289" y="1383263"/>
                </a:moveTo>
                <a:cubicBezTo>
                  <a:pt x="818622" y="1478440"/>
                  <a:pt x="789220" y="1544963"/>
                  <a:pt x="757861" y="1583364"/>
                </a:cubicBezTo>
                <a:lnTo>
                  <a:pt x="754524" y="1586477"/>
                </a:lnTo>
                <a:lnTo>
                  <a:pt x="754071" y="1587284"/>
                </a:lnTo>
                <a:lnTo>
                  <a:pt x="738161" y="1601743"/>
                </a:lnTo>
                <a:lnTo>
                  <a:pt x="726731" y="1612408"/>
                </a:lnTo>
                <a:lnTo>
                  <a:pt x="712738" y="1617775"/>
                </a:lnTo>
                <a:lnTo>
                  <a:pt x="696882" y="1624510"/>
                </a:lnTo>
                <a:cubicBezTo>
                  <a:pt x="676137" y="1629175"/>
                  <a:pt x="655347" y="1625729"/>
                  <a:pt x="639433" y="1613066"/>
                </a:cubicBezTo>
                <a:cubicBezTo>
                  <a:pt x="623518" y="1600402"/>
                  <a:pt x="615489" y="1580919"/>
                  <a:pt x="615376" y="1559655"/>
                </a:cubicBezTo>
                <a:lnTo>
                  <a:pt x="618397" y="1542581"/>
                </a:lnTo>
                <a:lnTo>
                  <a:pt x="620466" y="1527855"/>
                </a:lnTo>
                <a:lnTo>
                  <a:pt x="628126" y="1514605"/>
                </a:lnTo>
                <a:lnTo>
                  <a:pt x="638803" y="1495566"/>
                </a:lnTo>
                <a:lnTo>
                  <a:pt x="639498" y="1494935"/>
                </a:lnTo>
                <a:lnTo>
                  <a:pt x="641775" y="1490995"/>
                </a:lnTo>
                <a:cubicBezTo>
                  <a:pt x="672149" y="1451810"/>
                  <a:pt x="730368" y="1408217"/>
                  <a:pt x="822289" y="1383263"/>
                </a:cubicBezTo>
                <a:close/>
                <a:moveTo>
                  <a:pt x="1262372" y="1242625"/>
                </a:moveTo>
                <a:cubicBezTo>
                  <a:pt x="1357547" y="1246292"/>
                  <a:pt x="1424072" y="1275694"/>
                  <a:pt x="1462472" y="1307052"/>
                </a:cubicBezTo>
                <a:lnTo>
                  <a:pt x="1465581" y="1310384"/>
                </a:lnTo>
                <a:lnTo>
                  <a:pt x="1466393" y="1310840"/>
                </a:lnTo>
                <a:lnTo>
                  <a:pt x="1480969" y="1326878"/>
                </a:lnTo>
                <a:lnTo>
                  <a:pt x="1491517" y="1338183"/>
                </a:lnTo>
                <a:lnTo>
                  <a:pt x="1496863" y="1352125"/>
                </a:lnTo>
                <a:lnTo>
                  <a:pt x="1503620" y="1368029"/>
                </a:lnTo>
                <a:cubicBezTo>
                  <a:pt x="1508285" y="1388775"/>
                  <a:pt x="1504839" y="1409563"/>
                  <a:pt x="1492174" y="1425479"/>
                </a:cubicBezTo>
                <a:cubicBezTo>
                  <a:pt x="1479511" y="1441395"/>
                  <a:pt x="1460028" y="1449423"/>
                  <a:pt x="1438764" y="1449537"/>
                </a:cubicBezTo>
                <a:lnTo>
                  <a:pt x="1421713" y="1446521"/>
                </a:lnTo>
                <a:lnTo>
                  <a:pt x="1406962" y="1444448"/>
                </a:lnTo>
                <a:lnTo>
                  <a:pt x="1393669" y="1436762"/>
                </a:lnTo>
                <a:lnTo>
                  <a:pt x="1374674" y="1426110"/>
                </a:lnTo>
                <a:lnTo>
                  <a:pt x="1374044" y="1425416"/>
                </a:lnTo>
                <a:lnTo>
                  <a:pt x="1370102" y="1423139"/>
                </a:lnTo>
                <a:cubicBezTo>
                  <a:pt x="1330920" y="1392765"/>
                  <a:pt x="1287325" y="1334545"/>
                  <a:pt x="1262372" y="1242625"/>
                </a:cubicBezTo>
                <a:close/>
                <a:moveTo>
                  <a:pt x="1557865" y="939328"/>
                </a:moveTo>
                <a:lnTo>
                  <a:pt x="1562419" y="939492"/>
                </a:lnTo>
                <a:lnTo>
                  <a:pt x="1563316" y="939241"/>
                </a:lnTo>
                <a:lnTo>
                  <a:pt x="1584957" y="940304"/>
                </a:lnTo>
                <a:lnTo>
                  <a:pt x="1600413" y="940863"/>
                </a:lnTo>
                <a:lnTo>
                  <a:pt x="1614047" y="946961"/>
                </a:lnTo>
                <a:lnTo>
                  <a:pt x="1630057" y="953451"/>
                </a:lnTo>
                <a:cubicBezTo>
                  <a:pt x="1648010" y="964846"/>
                  <a:pt x="1660249" y="982000"/>
                  <a:pt x="1662521" y="1002212"/>
                </a:cubicBezTo>
                <a:cubicBezTo>
                  <a:pt x="1664792" y="1022424"/>
                  <a:pt x="1656664" y="1041866"/>
                  <a:pt x="1641688" y="1056962"/>
                </a:cubicBezTo>
                <a:lnTo>
                  <a:pt x="1627491" y="1066859"/>
                </a:lnTo>
                <a:lnTo>
                  <a:pt x="1615577" y="1075813"/>
                </a:lnTo>
                <a:lnTo>
                  <a:pt x="1600730" y="1079759"/>
                </a:lnTo>
                <a:lnTo>
                  <a:pt x="1579764" y="1085628"/>
                </a:lnTo>
                <a:lnTo>
                  <a:pt x="1578829" y="1085581"/>
                </a:lnTo>
                <a:lnTo>
                  <a:pt x="1574430" y="1086752"/>
                </a:lnTo>
                <a:cubicBezTo>
                  <a:pt x="1525237" y="1092912"/>
                  <a:pt x="1453258" y="1082470"/>
                  <a:pt x="1370682" y="1035003"/>
                </a:cubicBezTo>
                <a:cubicBezTo>
                  <a:pt x="1440665" y="970394"/>
                  <a:pt x="1508532" y="944238"/>
                  <a:pt x="1557865" y="939328"/>
                </a:cubicBezTo>
                <a:close/>
                <a:moveTo>
                  <a:pt x="1510045" y="574650"/>
                </a:moveTo>
                <a:cubicBezTo>
                  <a:pt x="1530790" y="569985"/>
                  <a:pt x="1551579" y="573431"/>
                  <a:pt x="1567495" y="586095"/>
                </a:cubicBezTo>
                <a:cubicBezTo>
                  <a:pt x="1583410" y="598758"/>
                  <a:pt x="1591439" y="618243"/>
                  <a:pt x="1591553" y="639506"/>
                </a:cubicBezTo>
                <a:lnTo>
                  <a:pt x="1588539" y="656542"/>
                </a:lnTo>
                <a:lnTo>
                  <a:pt x="1586464" y="671308"/>
                </a:lnTo>
                <a:lnTo>
                  <a:pt x="1578758" y="684635"/>
                </a:lnTo>
                <a:lnTo>
                  <a:pt x="1568125" y="703596"/>
                </a:lnTo>
                <a:lnTo>
                  <a:pt x="1567433" y="704224"/>
                </a:lnTo>
                <a:lnTo>
                  <a:pt x="1565154" y="708167"/>
                </a:lnTo>
                <a:cubicBezTo>
                  <a:pt x="1534781" y="747350"/>
                  <a:pt x="1476562" y="790945"/>
                  <a:pt x="1384641" y="815898"/>
                </a:cubicBezTo>
                <a:cubicBezTo>
                  <a:pt x="1388308" y="720722"/>
                  <a:pt x="1417710" y="654197"/>
                  <a:pt x="1449068" y="615798"/>
                </a:cubicBezTo>
                <a:lnTo>
                  <a:pt x="1452398" y="612692"/>
                </a:lnTo>
                <a:lnTo>
                  <a:pt x="1452855" y="611876"/>
                </a:lnTo>
                <a:lnTo>
                  <a:pt x="1468940" y="597257"/>
                </a:lnTo>
                <a:lnTo>
                  <a:pt x="1480199" y="586753"/>
                </a:lnTo>
                <a:lnTo>
                  <a:pt x="1494125" y="581412"/>
                </a:lnTo>
                <a:close/>
                <a:moveTo>
                  <a:pt x="1187074" y="417577"/>
                </a:moveTo>
                <a:cubicBezTo>
                  <a:pt x="1207413" y="417577"/>
                  <a:pt x="1225827" y="427824"/>
                  <a:pt x="1239155" y="444393"/>
                </a:cubicBezTo>
                <a:lnTo>
                  <a:pt x="1247399" y="459590"/>
                </a:lnTo>
                <a:lnTo>
                  <a:pt x="1254974" y="472445"/>
                </a:lnTo>
                <a:lnTo>
                  <a:pt x="1257244" y="487678"/>
                </a:lnTo>
                <a:lnTo>
                  <a:pt x="1260728" y="509130"/>
                </a:lnTo>
                <a:lnTo>
                  <a:pt x="1260578" y="510052"/>
                </a:lnTo>
                <a:lnTo>
                  <a:pt x="1261249" y="514556"/>
                </a:lnTo>
                <a:cubicBezTo>
                  <a:pt x="1261879" y="564129"/>
                  <a:pt x="1243465" y="634492"/>
                  <a:pt x="1187074" y="711251"/>
                </a:cubicBezTo>
                <a:cubicBezTo>
                  <a:pt x="1130683" y="634492"/>
                  <a:pt x="1112269" y="564129"/>
                  <a:pt x="1112899" y="514556"/>
                </a:cubicBezTo>
                <a:lnTo>
                  <a:pt x="1113570" y="510052"/>
                </a:lnTo>
                <a:lnTo>
                  <a:pt x="1113420" y="509130"/>
                </a:lnTo>
                <a:lnTo>
                  <a:pt x="1116901" y="487697"/>
                </a:lnTo>
                <a:lnTo>
                  <a:pt x="1119174" y="472445"/>
                </a:lnTo>
                <a:lnTo>
                  <a:pt x="1126754" y="459582"/>
                </a:lnTo>
                <a:lnTo>
                  <a:pt x="1134993" y="444392"/>
                </a:lnTo>
                <a:cubicBezTo>
                  <a:pt x="1148322" y="427825"/>
                  <a:pt x="1166735" y="417577"/>
                  <a:pt x="1187074" y="417577"/>
                </a:cubicBezTo>
                <a:close/>
                <a:moveTo>
                  <a:pt x="886189" y="7380"/>
                </a:moveTo>
                <a:cubicBezTo>
                  <a:pt x="335194" y="73669"/>
                  <a:pt x="-58378" y="568758"/>
                  <a:pt x="7122" y="1113192"/>
                </a:cubicBezTo>
                <a:cubicBezTo>
                  <a:pt x="72622" y="1657626"/>
                  <a:pt x="572390" y="2045240"/>
                  <a:pt x="1123385" y="1978951"/>
                </a:cubicBezTo>
                <a:cubicBezTo>
                  <a:pt x="1674379" y="1912662"/>
                  <a:pt x="2067951" y="1417572"/>
                  <a:pt x="2002452" y="873138"/>
                </a:cubicBezTo>
                <a:cubicBezTo>
                  <a:pt x="1936952" y="328704"/>
                  <a:pt x="1437184" y="-58909"/>
                  <a:pt x="886189" y="73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CB4DE-DE62-0BF4-E681-824ABE957F44}"/>
              </a:ext>
            </a:extLst>
          </p:cNvPr>
          <p:cNvSpPr/>
          <p:nvPr/>
        </p:nvSpPr>
        <p:spPr>
          <a:xfrm>
            <a:off x="4476000" y="1809000"/>
            <a:ext cx="3240000" cy="324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6135E-0664-0713-CBAE-B2E57B775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C2F1D988-640F-9F36-3C6A-91B122155E00}"/>
              </a:ext>
            </a:extLst>
          </p:cNvPr>
          <p:cNvSpPr/>
          <p:nvPr/>
        </p:nvSpPr>
        <p:spPr>
          <a:xfrm>
            <a:off x="4476000" y="189000"/>
            <a:ext cx="3240000" cy="32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E9658D-70EB-7C9D-C39E-AAF514B5CE43}"/>
              </a:ext>
            </a:extLst>
          </p:cNvPr>
          <p:cNvSpPr/>
          <p:nvPr/>
        </p:nvSpPr>
        <p:spPr>
          <a:xfrm>
            <a:off x="2856000" y="189000"/>
            <a:ext cx="2722850" cy="2690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66DE02-FCD7-82E4-4E7C-9F4A92758888}"/>
              </a:ext>
            </a:extLst>
          </p:cNvPr>
          <p:cNvSpPr/>
          <p:nvPr/>
        </p:nvSpPr>
        <p:spPr>
          <a:xfrm>
            <a:off x="2856000" y="1809000"/>
            <a:ext cx="3240000" cy="32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C23259-BF34-CAFB-7807-092BD94CCDE2}"/>
              </a:ext>
            </a:extLst>
          </p:cNvPr>
          <p:cNvSpPr/>
          <p:nvPr/>
        </p:nvSpPr>
        <p:spPr>
          <a:xfrm>
            <a:off x="4476000" y="3429000"/>
            <a:ext cx="3240000" cy="32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D04324B-6959-0594-C91A-32FF18C0E021}"/>
              </a:ext>
            </a:extLst>
          </p:cNvPr>
          <p:cNvSpPr/>
          <p:nvPr/>
        </p:nvSpPr>
        <p:spPr>
          <a:xfrm>
            <a:off x="6096000" y="1809000"/>
            <a:ext cx="3240000" cy="32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D50916-BD5A-1236-1076-E81AC2560FE0}"/>
              </a:ext>
            </a:extLst>
          </p:cNvPr>
          <p:cNvSpPr/>
          <p:nvPr/>
        </p:nvSpPr>
        <p:spPr>
          <a:xfrm>
            <a:off x="6613150" y="189000"/>
            <a:ext cx="2722850" cy="2690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B375B8B-D709-0ED6-7306-D988FA35A57A}"/>
              </a:ext>
            </a:extLst>
          </p:cNvPr>
          <p:cNvSpPr/>
          <p:nvPr/>
        </p:nvSpPr>
        <p:spPr>
          <a:xfrm>
            <a:off x="6613150" y="3978572"/>
            <a:ext cx="2722850" cy="2690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AC6DDCD-55F9-9CEB-D014-78212904E73E}"/>
              </a:ext>
            </a:extLst>
          </p:cNvPr>
          <p:cNvSpPr/>
          <p:nvPr/>
        </p:nvSpPr>
        <p:spPr>
          <a:xfrm>
            <a:off x="2856000" y="3978572"/>
            <a:ext cx="2722850" cy="2690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41CC8-3A59-3E09-1513-1E0369636262}"/>
              </a:ext>
            </a:extLst>
          </p:cNvPr>
          <p:cNvSpPr/>
          <p:nvPr/>
        </p:nvSpPr>
        <p:spPr>
          <a:xfrm>
            <a:off x="4476000" y="1809000"/>
            <a:ext cx="3240000" cy="324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CF8D56E-8723-1826-20B6-4B4C6747B7FB}"/>
              </a:ext>
            </a:extLst>
          </p:cNvPr>
          <p:cNvGrpSpPr/>
          <p:nvPr/>
        </p:nvGrpSpPr>
        <p:grpSpPr>
          <a:xfrm>
            <a:off x="5360085" y="336164"/>
            <a:ext cx="1492188" cy="493749"/>
            <a:chOff x="5360085" y="336164"/>
            <a:chExt cx="1492188" cy="49374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EC03776-F492-BC66-E03F-86529CEB492E}"/>
                </a:ext>
              </a:extLst>
            </p:cNvPr>
            <p:cNvGrpSpPr/>
            <p:nvPr/>
          </p:nvGrpSpPr>
          <p:grpSpPr>
            <a:xfrm>
              <a:off x="6022346" y="336164"/>
              <a:ext cx="147308" cy="293675"/>
              <a:chOff x="3441700" y="586334"/>
              <a:chExt cx="425453" cy="825333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6F9FF5D-51B6-FDBB-7415-9B2AB9016F70}"/>
                  </a:ext>
                </a:extLst>
              </p:cNvPr>
              <p:cNvSpPr/>
              <p:nvPr/>
            </p:nvSpPr>
            <p:spPr>
              <a:xfrm>
                <a:off x="3441700" y="586334"/>
                <a:ext cx="425453" cy="514594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Heart 26">
                <a:extLst>
                  <a:ext uri="{FF2B5EF4-FFF2-40B4-BE49-F238E27FC236}">
                    <a16:creationId xmlns:a16="http://schemas.microsoft.com/office/drawing/2014/main" id="{614CA894-1D8A-83A6-8878-ADD1B785C8B9}"/>
                  </a:ext>
                </a:extLst>
              </p:cNvPr>
              <p:cNvSpPr/>
              <p:nvPr/>
            </p:nvSpPr>
            <p:spPr>
              <a:xfrm>
                <a:off x="3441700" y="644659"/>
                <a:ext cx="425453" cy="767008"/>
              </a:xfrm>
              <a:prstGeom prst="hear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B97D9F5-D2FF-28AE-43F0-8D304765CDE5}"/>
                </a:ext>
              </a:extLst>
            </p:cNvPr>
            <p:cNvGrpSpPr/>
            <p:nvPr/>
          </p:nvGrpSpPr>
          <p:grpSpPr>
            <a:xfrm rot="16200000">
              <a:off x="5433269" y="609421"/>
              <a:ext cx="147308" cy="293675"/>
              <a:chOff x="3441700" y="586334"/>
              <a:chExt cx="425453" cy="825333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1E022708-7EBB-7258-58E7-406F2EE7EA5C}"/>
                  </a:ext>
                </a:extLst>
              </p:cNvPr>
              <p:cNvSpPr/>
              <p:nvPr/>
            </p:nvSpPr>
            <p:spPr>
              <a:xfrm>
                <a:off x="3441700" y="586334"/>
                <a:ext cx="425453" cy="514594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Heart 36">
                <a:extLst>
                  <a:ext uri="{FF2B5EF4-FFF2-40B4-BE49-F238E27FC236}">
                    <a16:creationId xmlns:a16="http://schemas.microsoft.com/office/drawing/2014/main" id="{3B0B3145-E1E6-ED7E-A894-5F63DE3153D2}"/>
                  </a:ext>
                </a:extLst>
              </p:cNvPr>
              <p:cNvSpPr/>
              <p:nvPr/>
            </p:nvSpPr>
            <p:spPr>
              <a:xfrm>
                <a:off x="3441700" y="644659"/>
                <a:ext cx="425453" cy="767008"/>
              </a:xfrm>
              <a:prstGeom prst="hear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26C74B9-C58B-3951-9A51-99EA47EB14F3}"/>
                </a:ext>
              </a:extLst>
            </p:cNvPr>
            <p:cNvGrpSpPr>
              <a:grpSpLocks/>
            </p:cNvGrpSpPr>
            <p:nvPr/>
          </p:nvGrpSpPr>
          <p:grpSpPr>
            <a:xfrm rot="18904793">
              <a:off x="5688757" y="423545"/>
              <a:ext cx="147308" cy="293675"/>
              <a:chOff x="3441700" y="586334"/>
              <a:chExt cx="425453" cy="825333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FCC8AB2F-0965-5835-B252-7C105105A694}"/>
                  </a:ext>
                </a:extLst>
              </p:cNvPr>
              <p:cNvSpPr/>
              <p:nvPr/>
            </p:nvSpPr>
            <p:spPr>
              <a:xfrm>
                <a:off x="3441700" y="586334"/>
                <a:ext cx="425453" cy="514594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Heart 39">
                <a:extLst>
                  <a:ext uri="{FF2B5EF4-FFF2-40B4-BE49-F238E27FC236}">
                    <a16:creationId xmlns:a16="http://schemas.microsoft.com/office/drawing/2014/main" id="{76C3BE38-03AE-BB19-70FD-E0CB9B12B0A7}"/>
                  </a:ext>
                </a:extLst>
              </p:cNvPr>
              <p:cNvSpPr/>
              <p:nvPr/>
            </p:nvSpPr>
            <p:spPr>
              <a:xfrm>
                <a:off x="3441700" y="644659"/>
                <a:ext cx="425453" cy="767008"/>
              </a:xfrm>
              <a:prstGeom prst="hear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EAB26C3-D0E9-648B-FC6D-9402079DA73F}"/>
                </a:ext>
              </a:extLst>
            </p:cNvPr>
            <p:cNvGrpSpPr/>
            <p:nvPr/>
          </p:nvGrpSpPr>
          <p:grpSpPr>
            <a:xfrm rot="5400000">
              <a:off x="6631782" y="609400"/>
              <a:ext cx="147308" cy="293675"/>
              <a:chOff x="3441691" y="586334"/>
              <a:chExt cx="425463" cy="825331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EE35822F-CA9C-B469-2763-050F3A53F3F7}"/>
                  </a:ext>
                </a:extLst>
              </p:cNvPr>
              <p:cNvSpPr/>
              <p:nvPr/>
            </p:nvSpPr>
            <p:spPr>
              <a:xfrm>
                <a:off x="3441700" y="586334"/>
                <a:ext cx="425453" cy="514594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Heart 42">
                <a:extLst>
                  <a:ext uri="{FF2B5EF4-FFF2-40B4-BE49-F238E27FC236}">
                    <a16:creationId xmlns:a16="http://schemas.microsoft.com/office/drawing/2014/main" id="{7891F949-6289-05C0-7383-ADE8E95FBEE6}"/>
                  </a:ext>
                </a:extLst>
              </p:cNvPr>
              <p:cNvSpPr/>
              <p:nvPr/>
            </p:nvSpPr>
            <p:spPr>
              <a:xfrm>
                <a:off x="3441691" y="644659"/>
                <a:ext cx="425463" cy="767006"/>
              </a:xfrm>
              <a:prstGeom prst="hear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8BA8A96-3F3C-E41E-B94F-76D40934968D}"/>
                </a:ext>
              </a:extLst>
            </p:cNvPr>
            <p:cNvGrpSpPr>
              <a:grpSpLocks/>
            </p:cNvGrpSpPr>
            <p:nvPr/>
          </p:nvGrpSpPr>
          <p:grpSpPr>
            <a:xfrm rot="2695207" flipH="1">
              <a:off x="6352208" y="422886"/>
              <a:ext cx="147308" cy="293675"/>
              <a:chOff x="3441700" y="586334"/>
              <a:chExt cx="425453" cy="825333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C8AD0E3-8169-F56E-64E4-CA0B40E67A10}"/>
                  </a:ext>
                </a:extLst>
              </p:cNvPr>
              <p:cNvSpPr/>
              <p:nvPr/>
            </p:nvSpPr>
            <p:spPr>
              <a:xfrm>
                <a:off x="3441700" y="586334"/>
                <a:ext cx="425453" cy="514594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Heart 48">
                <a:extLst>
                  <a:ext uri="{FF2B5EF4-FFF2-40B4-BE49-F238E27FC236}">
                    <a16:creationId xmlns:a16="http://schemas.microsoft.com/office/drawing/2014/main" id="{DC5323DC-F647-500E-F2E8-AB6F0A110E5E}"/>
                  </a:ext>
                </a:extLst>
              </p:cNvPr>
              <p:cNvSpPr/>
              <p:nvPr/>
            </p:nvSpPr>
            <p:spPr>
              <a:xfrm>
                <a:off x="3441700" y="644659"/>
                <a:ext cx="425453" cy="767008"/>
              </a:xfrm>
              <a:prstGeom prst="hear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CA734B4-9AC4-46A5-B236-7C9FBA462851}"/>
              </a:ext>
            </a:extLst>
          </p:cNvPr>
          <p:cNvGrpSpPr/>
          <p:nvPr/>
        </p:nvGrpSpPr>
        <p:grpSpPr>
          <a:xfrm>
            <a:off x="3295028" y="644662"/>
            <a:ext cx="1131073" cy="1250545"/>
            <a:chOff x="3265629" y="1481000"/>
            <a:chExt cx="1131073" cy="1250545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373E2F3-754D-5A69-E101-72AF3DAF3A32}"/>
                </a:ext>
              </a:extLst>
            </p:cNvPr>
            <p:cNvGrpSpPr/>
            <p:nvPr/>
          </p:nvGrpSpPr>
          <p:grpSpPr>
            <a:xfrm rot="18922156">
              <a:off x="3514823" y="1651024"/>
              <a:ext cx="147308" cy="293675"/>
              <a:chOff x="3441700" y="586334"/>
              <a:chExt cx="425453" cy="825333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C7CBFFCD-A64C-9A72-605C-16873C671C8D}"/>
                  </a:ext>
                </a:extLst>
              </p:cNvPr>
              <p:cNvSpPr/>
              <p:nvPr/>
            </p:nvSpPr>
            <p:spPr>
              <a:xfrm>
                <a:off x="3441700" y="586334"/>
                <a:ext cx="425453" cy="514594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Heart 81">
                <a:extLst>
                  <a:ext uri="{FF2B5EF4-FFF2-40B4-BE49-F238E27FC236}">
                    <a16:creationId xmlns:a16="http://schemas.microsoft.com/office/drawing/2014/main" id="{849E4DB8-62BC-8B6E-5D4E-724C3EFF31A9}"/>
                  </a:ext>
                </a:extLst>
              </p:cNvPr>
              <p:cNvSpPr/>
              <p:nvPr/>
            </p:nvSpPr>
            <p:spPr>
              <a:xfrm>
                <a:off x="3441700" y="644659"/>
                <a:ext cx="425453" cy="767008"/>
              </a:xfrm>
              <a:prstGeom prst="hear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82D82F2-A576-7FE3-7B18-426EEEA61153}"/>
                </a:ext>
              </a:extLst>
            </p:cNvPr>
            <p:cNvGrpSpPr/>
            <p:nvPr/>
          </p:nvGrpSpPr>
          <p:grpSpPr>
            <a:xfrm rot="13522156">
              <a:off x="3341118" y="2267746"/>
              <a:ext cx="147308" cy="293675"/>
              <a:chOff x="3441700" y="586334"/>
              <a:chExt cx="425453" cy="825333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E26CC202-E2E7-3572-4F67-4F9853A287F4}"/>
                  </a:ext>
                </a:extLst>
              </p:cNvPr>
              <p:cNvSpPr/>
              <p:nvPr/>
            </p:nvSpPr>
            <p:spPr>
              <a:xfrm>
                <a:off x="3441700" y="586334"/>
                <a:ext cx="425453" cy="514594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Heart 79">
                <a:extLst>
                  <a:ext uri="{FF2B5EF4-FFF2-40B4-BE49-F238E27FC236}">
                    <a16:creationId xmlns:a16="http://schemas.microsoft.com/office/drawing/2014/main" id="{34CFB0BC-7BA7-95D3-CA57-02EDE92F863B}"/>
                  </a:ext>
                </a:extLst>
              </p:cNvPr>
              <p:cNvSpPr/>
              <p:nvPr/>
            </p:nvSpPr>
            <p:spPr>
              <a:xfrm>
                <a:off x="3441700" y="644659"/>
                <a:ext cx="425453" cy="767008"/>
              </a:xfrm>
              <a:prstGeom prst="hear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5E5D053-8E46-5AFD-38FA-CDB846ACDD0C}"/>
                </a:ext>
              </a:extLst>
            </p:cNvPr>
            <p:cNvGrpSpPr>
              <a:grpSpLocks/>
            </p:cNvGrpSpPr>
            <p:nvPr/>
          </p:nvGrpSpPr>
          <p:grpSpPr>
            <a:xfrm rot="16226949">
              <a:off x="3338813" y="1947567"/>
              <a:ext cx="147308" cy="293675"/>
              <a:chOff x="3441700" y="586334"/>
              <a:chExt cx="425453" cy="825333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508CFDC-776A-1873-10E8-EB07A78A066D}"/>
                  </a:ext>
                </a:extLst>
              </p:cNvPr>
              <p:cNvSpPr/>
              <p:nvPr/>
            </p:nvSpPr>
            <p:spPr>
              <a:xfrm>
                <a:off x="3441700" y="586334"/>
                <a:ext cx="425453" cy="514594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Heart 77">
                <a:extLst>
                  <a:ext uri="{FF2B5EF4-FFF2-40B4-BE49-F238E27FC236}">
                    <a16:creationId xmlns:a16="http://schemas.microsoft.com/office/drawing/2014/main" id="{C4FB6B4D-8A86-E10F-9CF8-166446D617E7}"/>
                  </a:ext>
                </a:extLst>
              </p:cNvPr>
              <p:cNvSpPr/>
              <p:nvPr/>
            </p:nvSpPr>
            <p:spPr>
              <a:xfrm>
                <a:off x="3441700" y="644659"/>
                <a:ext cx="425453" cy="767008"/>
              </a:xfrm>
              <a:prstGeom prst="hear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EC1CD9C-121E-06D0-CC0B-942C398C7A73}"/>
                </a:ext>
              </a:extLst>
            </p:cNvPr>
            <p:cNvGrpSpPr/>
            <p:nvPr/>
          </p:nvGrpSpPr>
          <p:grpSpPr>
            <a:xfrm rot="2722156">
              <a:off x="4176210" y="1565297"/>
              <a:ext cx="147308" cy="293676"/>
              <a:chOff x="3441690" y="586334"/>
              <a:chExt cx="425463" cy="825334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D457F04D-29BC-27D0-ED71-FB9E924AF1D2}"/>
                  </a:ext>
                </a:extLst>
              </p:cNvPr>
              <p:cNvSpPr/>
              <p:nvPr/>
            </p:nvSpPr>
            <p:spPr>
              <a:xfrm>
                <a:off x="3441700" y="586334"/>
                <a:ext cx="425453" cy="514594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Heart 75">
                <a:extLst>
                  <a:ext uri="{FF2B5EF4-FFF2-40B4-BE49-F238E27FC236}">
                    <a16:creationId xmlns:a16="http://schemas.microsoft.com/office/drawing/2014/main" id="{EE187395-364C-B258-7AAD-86DDEC59D81E}"/>
                  </a:ext>
                </a:extLst>
              </p:cNvPr>
              <p:cNvSpPr/>
              <p:nvPr/>
            </p:nvSpPr>
            <p:spPr>
              <a:xfrm>
                <a:off x="3441690" y="644662"/>
                <a:ext cx="425463" cy="767006"/>
              </a:xfrm>
              <a:prstGeom prst="hear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0F521D03-640C-4434-6AE2-788EB31529AC}"/>
                </a:ext>
              </a:extLst>
            </p:cNvPr>
            <p:cNvGrpSpPr>
              <a:grpSpLocks/>
            </p:cNvGrpSpPr>
            <p:nvPr/>
          </p:nvGrpSpPr>
          <p:grpSpPr>
            <a:xfrm rot="17363" flipH="1">
              <a:off x="3810494" y="1481000"/>
              <a:ext cx="147308" cy="293675"/>
              <a:chOff x="3441700" y="586334"/>
              <a:chExt cx="425453" cy="825333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AF943A44-48D2-F522-394C-3DD4D5F113E1}"/>
                  </a:ext>
                </a:extLst>
              </p:cNvPr>
              <p:cNvSpPr/>
              <p:nvPr/>
            </p:nvSpPr>
            <p:spPr>
              <a:xfrm>
                <a:off x="3441700" y="586334"/>
                <a:ext cx="425453" cy="514594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Heart 73">
                <a:extLst>
                  <a:ext uri="{FF2B5EF4-FFF2-40B4-BE49-F238E27FC236}">
                    <a16:creationId xmlns:a16="http://schemas.microsoft.com/office/drawing/2014/main" id="{9F5A0A9E-F59E-613F-4193-A529958299D7}"/>
                  </a:ext>
                </a:extLst>
              </p:cNvPr>
              <p:cNvSpPr/>
              <p:nvPr/>
            </p:nvSpPr>
            <p:spPr>
              <a:xfrm>
                <a:off x="3441700" y="644659"/>
                <a:ext cx="425453" cy="767008"/>
              </a:xfrm>
              <a:prstGeom prst="hear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DA1F8CD-8F67-7D84-C515-FECD9F14352C}"/>
                </a:ext>
              </a:extLst>
            </p:cNvPr>
            <p:cNvGrpSpPr/>
            <p:nvPr/>
          </p:nvGrpSpPr>
          <p:grpSpPr>
            <a:xfrm rot="11211610">
              <a:off x="3611731" y="2437870"/>
              <a:ext cx="147308" cy="293675"/>
              <a:chOff x="3441700" y="586334"/>
              <a:chExt cx="425453" cy="825333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CF5C3AD8-AB6A-B359-B773-0CF3FFBA7228}"/>
                  </a:ext>
                </a:extLst>
              </p:cNvPr>
              <p:cNvSpPr/>
              <p:nvPr/>
            </p:nvSpPr>
            <p:spPr>
              <a:xfrm>
                <a:off x="3441700" y="586334"/>
                <a:ext cx="425453" cy="514594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Heart 95">
                <a:extLst>
                  <a:ext uri="{FF2B5EF4-FFF2-40B4-BE49-F238E27FC236}">
                    <a16:creationId xmlns:a16="http://schemas.microsoft.com/office/drawing/2014/main" id="{B6377307-6F7E-BBBB-BF6E-BC3A109DD42B}"/>
                  </a:ext>
                </a:extLst>
              </p:cNvPr>
              <p:cNvSpPr/>
              <p:nvPr/>
            </p:nvSpPr>
            <p:spPr>
              <a:xfrm>
                <a:off x="3441700" y="644659"/>
                <a:ext cx="425453" cy="767008"/>
              </a:xfrm>
              <a:prstGeom prst="hear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100" name="Picture 99">
            <a:extLst>
              <a:ext uri="{FF2B5EF4-FFF2-40B4-BE49-F238E27FC236}">
                <a16:creationId xmlns:a16="http://schemas.microsoft.com/office/drawing/2014/main" id="{4C732798-FC0D-295A-FD06-614E21770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14" y="2342722"/>
            <a:ext cx="5826221" cy="502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49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8634</TotalTime>
  <Words>3</Words>
  <Application>Microsoft Macintosh PowerPoint</Application>
  <PresentationFormat>Widescreen</PresentationFormat>
  <Paragraphs>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Danielle Andrea Santos</dc:creator>
  <cp:lastModifiedBy>Danielle Andrea Santos</cp:lastModifiedBy>
  <cp:revision>5</cp:revision>
  <dcterms:created xsi:type="dcterms:W3CDTF">2026-06-14T01:28:06Z</dcterms:created>
  <dcterms:modified xsi:type="dcterms:W3CDTF">2026-06-20T01:22:44Z</dcterms:modified>
</cp:coreProperties>
</file>